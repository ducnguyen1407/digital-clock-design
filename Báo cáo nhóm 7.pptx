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5" r:id="rId6"/>
    <p:sldId id="267" r:id="rId7"/>
    <p:sldId id="268" r:id="rId8"/>
    <p:sldId id="277" r:id="rId9"/>
    <p:sldId id="278" r:id="rId10"/>
    <p:sldId id="275" r:id="rId11"/>
    <p:sldId id="269" r:id="rId12"/>
    <p:sldId id="272" r:id="rId13"/>
    <p:sldId id="274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1" clrIdx="0">
    <p:extLst>
      <p:ext uri="{19B8F6BF-5375-455C-9EA6-DF929625EA0E}">
        <p15:presenceInfo xmlns:p15="http://schemas.microsoft.com/office/powerpoint/2012/main" userId="dd186edba27f52e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4FB40-9C8F-4705-9C8A-04165F5FBE19}" v="80" dt="2025-06-06T03:18:15.7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5226" autoAdjust="0"/>
  </p:normalViewPr>
  <p:slideViewPr>
    <p:cSldViewPr snapToGrid="0">
      <p:cViewPr varScale="1">
        <p:scale>
          <a:sx n="65" d="100"/>
          <a:sy n="65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 Cong Thanh 20230013" userId="aa4d4f62-4903-4be6-a7a9-b82dcde6b785" providerId="ADAL" clId="{CE903CE8-3519-4157-A65E-AE04C47E66CF}"/>
    <pc:docChg chg="undo redo custSel addSld delSld modSld">
      <pc:chgData name="Vo Cong Thanh 20230013" userId="aa4d4f62-4903-4be6-a7a9-b82dcde6b785" providerId="ADAL" clId="{CE903CE8-3519-4157-A65E-AE04C47E66CF}" dt="2025-05-03T10:18:20.966" v="4208" actId="14100"/>
      <pc:docMkLst>
        <pc:docMk/>
      </pc:docMkLst>
      <pc:sldChg chg="modSp mod">
        <pc:chgData name="Vo Cong Thanh 20230013" userId="aa4d4f62-4903-4be6-a7a9-b82dcde6b785" providerId="ADAL" clId="{CE903CE8-3519-4157-A65E-AE04C47E66CF}" dt="2025-05-03T10:18:20.966" v="4208" actId="14100"/>
        <pc:sldMkLst>
          <pc:docMk/>
          <pc:sldMk cId="743172911" sldId="257"/>
        </pc:sldMkLst>
        <pc:spChg chg="mod">
          <ac:chgData name="Vo Cong Thanh 20230013" userId="aa4d4f62-4903-4be6-a7a9-b82dcde6b785" providerId="ADAL" clId="{CE903CE8-3519-4157-A65E-AE04C47E66CF}" dt="2025-05-03T10:18:13.473" v="4205" actId="14100"/>
          <ac:spMkLst>
            <pc:docMk/>
            <pc:sldMk cId="743172911" sldId="257"/>
            <ac:spMk id="3" creationId="{5702E00C-3125-4CD1-A5F8-64723BF48E3E}"/>
          </ac:spMkLst>
        </pc:spChg>
        <pc:spChg chg="mod">
          <ac:chgData name="Vo Cong Thanh 20230013" userId="aa4d4f62-4903-4be6-a7a9-b82dcde6b785" providerId="ADAL" clId="{CE903CE8-3519-4157-A65E-AE04C47E66CF}" dt="2025-05-03T10:18:20.966" v="4208" actId="14100"/>
          <ac:spMkLst>
            <pc:docMk/>
            <pc:sldMk cId="743172911" sldId="257"/>
            <ac:spMk id="4" creationId="{72BF49D9-2FCE-4950-8B1C-F580CC18F4C9}"/>
          </ac:spMkLst>
        </pc:spChg>
        <pc:spChg chg="mod">
          <ac:chgData name="Vo Cong Thanh 20230013" userId="aa4d4f62-4903-4be6-a7a9-b82dcde6b785" providerId="ADAL" clId="{CE903CE8-3519-4157-A65E-AE04C47E66CF}" dt="2025-05-03T10:18:17.179" v="4207" actId="14100"/>
          <ac:spMkLst>
            <pc:docMk/>
            <pc:sldMk cId="743172911" sldId="257"/>
            <ac:spMk id="5" creationId="{7D9E9E81-6333-62EC-B002-4363F51B99B0}"/>
          </ac:spMkLst>
        </pc:spChg>
      </pc:sldChg>
      <pc:sldChg chg="modSp mod">
        <pc:chgData name="Vo Cong Thanh 20230013" userId="aa4d4f62-4903-4be6-a7a9-b82dcde6b785" providerId="ADAL" clId="{CE903CE8-3519-4157-A65E-AE04C47E66CF}" dt="2025-05-03T10:08:23.351" v="3953" actId="2711"/>
        <pc:sldMkLst>
          <pc:docMk/>
          <pc:sldMk cId="3505952789" sldId="258"/>
        </pc:sldMkLst>
      </pc:sldChg>
      <pc:sldChg chg="modSp mod">
        <pc:chgData name="Vo Cong Thanh 20230013" userId="aa4d4f62-4903-4be6-a7a9-b82dcde6b785" providerId="ADAL" clId="{CE903CE8-3519-4157-A65E-AE04C47E66CF}" dt="2025-05-01T00:34:03.121" v="2093" actId="255"/>
        <pc:sldMkLst>
          <pc:docMk/>
          <pc:sldMk cId="1236590567" sldId="265"/>
        </pc:sldMkLst>
        <pc:spChg chg="mod">
          <ac:chgData name="Vo Cong Thanh 20230013" userId="aa4d4f62-4903-4be6-a7a9-b82dcde6b785" providerId="ADAL" clId="{CE903CE8-3519-4157-A65E-AE04C47E66CF}" dt="2025-05-01T00:33:51.741" v="2091" actId="20577"/>
          <ac:spMkLst>
            <pc:docMk/>
            <pc:sldMk cId="1236590567" sldId="265"/>
            <ac:spMk id="2" creationId="{A3833338-3107-ECFB-C8E5-6F8185928159}"/>
          </ac:spMkLst>
        </pc:spChg>
        <pc:spChg chg="mod">
          <ac:chgData name="Vo Cong Thanh 20230013" userId="aa4d4f62-4903-4be6-a7a9-b82dcde6b785" providerId="ADAL" clId="{CE903CE8-3519-4157-A65E-AE04C47E66CF}" dt="2025-05-01T00:34:03.121" v="2093" actId="255"/>
          <ac:spMkLst>
            <pc:docMk/>
            <pc:sldMk cId="1236590567" sldId="265"/>
            <ac:spMk id="3" creationId="{232C1A1B-8397-FAD7-7060-2EE36D8B1B46}"/>
          </ac:spMkLst>
        </pc:spChg>
      </pc:sldChg>
      <pc:sldChg chg="delSp modSp add del mod">
        <pc:chgData name="Vo Cong Thanh 20230013" userId="aa4d4f62-4903-4be6-a7a9-b82dcde6b785" providerId="ADAL" clId="{CE903CE8-3519-4157-A65E-AE04C47E66CF}" dt="2025-05-03T10:08:51.794" v="3957" actId="2711"/>
        <pc:sldMkLst>
          <pc:docMk/>
          <pc:sldMk cId="3332635090" sldId="266"/>
        </pc:sldMkLst>
      </pc:sldChg>
      <pc:sldChg chg="addSp delSp modSp add del mod">
        <pc:chgData name="Vo Cong Thanh 20230013" userId="aa4d4f62-4903-4be6-a7a9-b82dcde6b785" providerId="ADAL" clId="{CE903CE8-3519-4157-A65E-AE04C47E66CF}" dt="2025-05-03T10:16:01.377" v="4183" actId="2711"/>
        <pc:sldMkLst>
          <pc:docMk/>
          <pc:sldMk cId="530418936" sldId="267"/>
        </pc:sldMkLst>
        <pc:spChg chg="mod">
          <ac:chgData name="Vo Cong Thanh 20230013" userId="aa4d4f62-4903-4be6-a7a9-b82dcde6b785" providerId="ADAL" clId="{CE903CE8-3519-4157-A65E-AE04C47E66CF}" dt="2025-05-03T10:15:25.023" v="4177" actId="2711"/>
          <ac:spMkLst>
            <pc:docMk/>
            <pc:sldMk cId="530418936" sldId="267"/>
            <ac:spMk id="2" creationId="{5B564F07-8B38-9018-D3AD-CB5CFE9EBE24}"/>
          </ac:spMkLst>
        </pc:spChg>
        <pc:spChg chg="mod">
          <ac:chgData name="Vo Cong Thanh 20230013" userId="aa4d4f62-4903-4be6-a7a9-b82dcde6b785" providerId="ADAL" clId="{CE903CE8-3519-4157-A65E-AE04C47E66CF}" dt="2025-05-03T10:15:33.259" v="4178" actId="2711"/>
          <ac:spMkLst>
            <pc:docMk/>
            <pc:sldMk cId="530418936" sldId="267"/>
            <ac:spMk id="3" creationId="{FA7A5382-4B32-2436-6FE1-B14149A5A729}"/>
          </ac:spMkLst>
        </pc:spChg>
        <pc:spChg chg="mod">
          <ac:chgData name="Vo Cong Thanh 20230013" userId="aa4d4f62-4903-4be6-a7a9-b82dcde6b785" providerId="ADAL" clId="{CE903CE8-3519-4157-A65E-AE04C47E66CF}" dt="2025-05-03T10:15:38.425" v="4179" actId="2711"/>
          <ac:spMkLst>
            <pc:docMk/>
            <pc:sldMk cId="530418936" sldId="267"/>
            <ac:spMk id="4" creationId="{D5C832F2-18BE-15BE-D5A8-5D359EC3B982}"/>
          </ac:spMkLst>
        </pc:spChg>
        <pc:spChg chg="mod">
          <ac:chgData name="Vo Cong Thanh 20230013" userId="aa4d4f62-4903-4be6-a7a9-b82dcde6b785" providerId="ADAL" clId="{CE903CE8-3519-4157-A65E-AE04C47E66CF}" dt="2025-05-03T10:15:53.723" v="4182" actId="2711"/>
          <ac:spMkLst>
            <pc:docMk/>
            <pc:sldMk cId="530418936" sldId="267"/>
            <ac:spMk id="5" creationId="{3D9BF49B-7F33-A8E8-301A-016B18C0FF96}"/>
          </ac:spMkLst>
        </pc:spChg>
        <pc:spChg chg="mod">
          <ac:chgData name="Vo Cong Thanh 20230013" userId="aa4d4f62-4903-4be6-a7a9-b82dcde6b785" providerId="ADAL" clId="{CE903CE8-3519-4157-A65E-AE04C47E66CF}" dt="2025-05-03T10:16:01.377" v="4183" actId="2711"/>
          <ac:spMkLst>
            <pc:docMk/>
            <pc:sldMk cId="530418936" sldId="267"/>
            <ac:spMk id="7" creationId="{6C3C1D49-CE3E-5B44-7509-219F2FEBD1AF}"/>
          </ac:spMkLst>
        </pc:spChg>
        <pc:spChg chg="add mod">
          <ac:chgData name="Vo Cong Thanh 20230013" userId="aa4d4f62-4903-4be6-a7a9-b82dcde6b785" providerId="ADAL" clId="{CE903CE8-3519-4157-A65E-AE04C47E66CF}" dt="2025-05-03T10:15:43.118" v="4180" actId="2711"/>
          <ac:spMkLst>
            <pc:docMk/>
            <pc:sldMk cId="530418936" sldId="267"/>
            <ac:spMk id="27" creationId="{94251BC6-F59E-D548-EFD9-B21EFE8D73F8}"/>
          </ac:spMkLst>
        </pc:spChg>
        <pc:spChg chg="mod">
          <ac:chgData name="Vo Cong Thanh 20230013" userId="aa4d4f62-4903-4be6-a7a9-b82dcde6b785" providerId="ADAL" clId="{CE903CE8-3519-4157-A65E-AE04C47E66CF}" dt="2025-05-03T10:11:49.064" v="4084" actId="20577"/>
          <ac:spMkLst>
            <pc:docMk/>
            <pc:sldMk cId="530418936" sldId="267"/>
            <ac:spMk id="29" creationId="{51466566-2AF2-80F5-F3A5-A845997AF08B}"/>
          </ac:spMkLst>
        </pc:spChg>
        <pc:cxnChg chg="mod">
          <ac:chgData name="Vo Cong Thanh 20230013" userId="aa4d4f62-4903-4be6-a7a9-b82dcde6b785" providerId="ADAL" clId="{CE903CE8-3519-4157-A65E-AE04C47E66CF}" dt="2025-05-03T10:09:21.709" v="3961" actId="1076"/>
          <ac:cxnSpMkLst>
            <pc:docMk/>
            <pc:sldMk cId="530418936" sldId="267"/>
            <ac:cxnSpMk id="8" creationId="{333D5E88-59DA-72EB-F547-6B633655AB05}"/>
          </ac:cxnSpMkLst>
        </pc:cxnChg>
        <pc:cxnChg chg="add mod">
          <ac:chgData name="Vo Cong Thanh 20230013" userId="aa4d4f62-4903-4be6-a7a9-b82dcde6b785" providerId="ADAL" clId="{CE903CE8-3519-4157-A65E-AE04C47E66CF}" dt="2025-05-03T10:11:59.045" v="4086" actId="1076"/>
          <ac:cxnSpMkLst>
            <pc:docMk/>
            <pc:sldMk cId="530418936" sldId="267"/>
            <ac:cxnSpMk id="23" creationId="{26AAF5DA-215B-3D61-1ADD-45C399B15F62}"/>
          </ac:cxnSpMkLst>
        </pc:cxnChg>
        <pc:cxnChg chg="add mod">
          <ac:chgData name="Vo Cong Thanh 20230013" userId="aa4d4f62-4903-4be6-a7a9-b82dcde6b785" providerId="ADAL" clId="{CE903CE8-3519-4157-A65E-AE04C47E66CF}" dt="2025-05-03T10:12:03.348" v="4088" actId="1076"/>
          <ac:cxnSpMkLst>
            <pc:docMk/>
            <pc:sldMk cId="530418936" sldId="267"/>
            <ac:cxnSpMk id="24" creationId="{212FD7E9-B22F-AB8F-1716-97C637A925A4}"/>
          </ac:cxnSpMkLst>
        </pc:cxnChg>
      </pc:sldChg>
      <pc:sldChg chg="addSp delSp modSp mod">
        <pc:chgData name="Vo Cong Thanh 20230013" userId="aa4d4f62-4903-4be6-a7a9-b82dcde6b785" providerId="ADAL" clId="{CE903CE8-3519-4157-A65E-AE04C47E66CF}" dt="2025-05-03T10:15:13.677" v="4175" actId="2711"/>
        <pc:sldMkLst>
          <pc:docMk/>
          <pc:sldMk cId="2420602016" sldId="268"/>
        </pc:sldMkLst>
        <pc:spChg chg="mod">
          <ac:chgData name="Vo Cong Thanh 20230013" userId="aa4d4f62-4903-4be6-a7a9-b82dcde6b785" providerId="ADAL" clId="{CE903CE8-3519-4157-A65E-AE04C47E66CF}" dt="2025-05-03T10:15:13.677" v="4175" actId="2711"/>
          <ac:spMkLst>
            <pc:docMk/>
            <pc:sldMk cId="2420602016" sldId="268"/>
            <ac:spMk id="2" creationId="{2B4E7F62-787F-800F-8EC3-17AFBBCD9646}"/>
          </ac:spMkLst>
        </pc:spChg>
      </pc:sldChg>
      <pc:sldChg chg="modSp mod">
        <pc:chgData name="Vo Cong Thanh 20230013" userId="aa4d4f62-4903-4be6-a7a9-b82dcde6b785" providerId="ADAL" clId="{CE903CE8-3519-4157-A65E-AE04C47E66CF}" dt="2025-05-03T10:13:24.808" v="4139"/>
        <pc:sldMkLst>
          <pc:docMk/>
          <pc:sldMk cId="2067141986" sldId="269"/>
        </pc:sldMkLst>
        <pc:spChg chg="mod">
          <ac:chgData name="Vo Cong Thanh 20230013" userId="aa4d4f62-4903-4be6-a7a9-b82dcde6b785" providerId="ADAL" clId="{CE903CE8-3519-4157-A65E-AE04C47E66CF}" dt="2025-05-03T10:13:24.808" v="4139"/>
          <ac:spMkLst>
            <pc:docMk/>
            <pc:sldMk cId="2067141986" sldId="269"/>
            <ac:spMk id="2" creationId="{BA62B1FC-D8C7-5F71-41BA-3A74DAE2C232}"/>
          </ac:spMkLst>
        </pc:spChg>
      </pc:sldChg>
      <pc:sldChg chg="addSp delSp modSp mod">
        <pc:chgData name="Vo Cong Thanh 20230013" userId="aa4d4f62-4903-4be6-a7a9-b82dcde6b785" providerId="ADAL" clId="{CE903CE8-3519-4157-A65E-AE04C47E66CF}" dt="2025-05-03T10:14:24.340" v="4164" actId="2711"/>
        <pc:sldMkLst>
          <pc:docMk/>
          <pc:sldMk cId="2784905690" sldId="271"/>
        </pc:sldMkLst>
        <pc:spChg chg="mod">
          <ac:chgData name="Vo Cong Thanh 20230013" userId="aa4d4f62-4903-4be6-a7a9-b82dcde6b785" providerId="ADAL" clId="{CE903CE8-3519-4157-A65E-AE04C47E66CF}" dt="2025-05-03T10:13:18.065" v="4138" actId="2711"/>
          <ac:spMkLst>
            <pc:docMk/>
            <pc:sldMk cId="2784905690" sldId="271"/>
            <ac:spMk id="2" creationId="{B7DAE80A-7A8C-2FF3-46AE-0326FFC6E946}"/>
          </ac:spMkLst>
        </pc:spChg>
        <pc:spChg chg="mod">
          <ac:chgData name="Vo Cong Thanh 20230013" userId="aa4d4f62-4903-4be6-a7a9-b82dcde6b785" providerId="ADAL" clId="{CE903CE8-3519-4157-A65E-AE04C47E66CF}" dt="2025-05-03T10:14:24.340" v="4164" actId="2711"/>
          <ac:spMkLst>
            <pc:docMk/>
            <pc:sldMk cId="2784905690" sldId="271"/>
            <ac:spMk id="9" creationId="{C4B761FE-1A29-B921-C087-C14F0AB52D9E}"/>
          </ac:spMkLst>
        </pc:spChg>
        <pc:graphicFrameChg chg="add mod modGraphic">
          <ac:chgData name="Vo Cong Thanh 20230013" userId="aa4d4f62-4903-4be6-a7a9-b82dcde6b785" providerId="ADAL" clId="{CE903CE8-3519-4157-A65E-AE04C47E66CF}" dt="2025-05-03T10:14:18.290" v="4163" actId="2711"/>
          <ac:graphicFrameMkLst>
            <pc:docMk/>
            <pc:sldMk cId="2784905690" sldId="271"/>
            <ac:graphicFrameMk id="5" creationId="{ED8E49B6-C0F0-7E73-6853-F25A65CBFCF2}"/>
          </ac:graphicFrameMkLst>
        </pc:graphicFrameChg>
      </pc:sldChg>
      <pc:sldChg chg="modSp mod">
        <pc:chgData name="Vo Cong Thanh 20230013" userId="aa4d4f62-4903-4be6-a7a9-b82dcde6b785" providerId="ADAL" clId="{CE903CE8-3519-4157-A65E-AE04C47E66CF}" dt="2025-05-03T10:16:45.913" v="4189" actId="1076"/>
        <pc:sldMkLst>
          <pc:docMk/>
          <pc:sldMk cId="2743125545" sldId="272"/>
        </pc:sldMkLst>
        <pc:spChg chg="mod">
          <ac:chgData name="Vo Cong Thanh 20230013" userId="aa4d4f62-4903-4be6-a7a9-b82dcde6b785" providerId="ADAL" clId="{CE903CE8-3519-4157-A65E-AE04C47E66CF}" dt="2025-04-17T05:44:37.973" v="1788" actId="20577"/>
          <ac:spMkLst>
            <pc:docMk/>
            <pc:sldMk cId="2743125545" sldId="272"/>
            <ac:spMk id="2" creationId="{5D8BD33D-770C-41CC-7C03-B98E1C72A0A0}"/>
          </ac:spMkLst>
        </pc:spChg>
        <pc:spChg chg="mod">
          <ac:chgData name="Vo Cong Thanh 20230013" userId="aa4d4f62-4903-4be6-a7a9-b82dcde6b785" providerId="ADAL" clId="{CE903CE8-3519-4157-A65E-AE04C47E66CF}" dt="2025-04-17T05:44:42.921" v="1789"/>
          <ac:spMkLst>
            <pc:docMk/>
            <pc:sldMk cId="2743125545" sldId="272"/>
            <ac:spMk id="50" creationId="{CD22A896-79BB-ECD7-EA58-7CC56F3609EE}"/>
          </ac:spMkLst>
        </pc:spChg>
        <pc:spChg chg="mod">
          <ac:chgData name="Vo Cong Thanh 20230013" userId="aa4d4f62-4903-4be6-a7a9-b82dcde6b785" providerId="ADAL" clId="{CE903CE8-3519-4157-A65E-AE04C47E66CF}" dt="2025-04-17T05:44:49.389" v="1790"/>
          <ac:spMkLst>
            <pc:docMk/>
            <pc:sldMk cId="2743125545" sldId="272"/>
            <ac:spMk id="51" creationId="{63B24222-C275-8D8E-2528-ABB8D4D436E0}"/>
          </ac:spMkLst>
        </pc:spChg>
      </pc:sldChg>
      <pc:sldChg chg="modSp mod">
        <pc:chgData name="Vo Cong Thanh 20230013" userId="aa4d4f62-4903-4be6-a7a9-b82dcde6b785" providerId="ADAL" clId="{CE903CE8-3519-4157-A65E-AE04C47E66CF}" dt="2025-04-17T05:53:45.277" v="2040" actId="14734"/>
        <pc:sldMkLst>
          <pc:docMk/>
          <pc:sldMk cId="855541107" sldId="273"/>
        </pc:sldMkLst>
        <pc:spChg chg="mod">
          <ac:chgData name="Vo Cong Thanh 20230013" userId="aa4d4f62-4903-4be6-a7a9-b82dcde6b785" providerId="ADAL" clId="{CE903CE8-3519-4157-A65E-AE04C47E66CF}" dt="2025-04-17T05:47:33.311" v="1984"/>
          <ac:spMkLst>
            <pc:docMk/>
            <pc:sldMk cId="855541107" sldId="273"/>
            <ac:spMk id="50" creationId="{84D35AAA-A17F-BE4F-75DD-49AEEA56D48D}"/>
          </ac:spMkLst>
        </pc:spChg>
        <pc:spChg chg="mod">
          <ac:chgData name="Vo Cong Thanh 20230013" userId="aa4d4f62-4903-4be6-a7a9-b82dcde6b785" providerId="ADAL" clId="{CE903CE8-3519-4157-A65E-AE04C47E66CF}" dt="2025-04-17T05:47:03.193" v="1980"/>
          <ac:spMkLst>
            <pc:docMk/>
            <pc:sldMk cId="855541107" sldId="273"/>
            <ac:spMk id="51" creationId="{D2FC6EB7-2496-007E-C9AA-D154078608FB}"/>
          </ac:spMkLst>
        </pc:spChg>
        <pc:graphicFrameChg chg="modGraphic">
          <ac:chgData name="Vo Cong Thanh 20230013" userId="aa4d4f62-4903-4be6-a7a9-b82dcde6b785" providerId="ADAL" clId="{CE903CE8-3519-4157-A65E-AE04C47E66CF}" dt="2025-04-17T05:53:45.277" v="2040" actId="14734"/>
          <ac:graphicFrameMkLst>
            <pc:docMk/>
            <pc:sldMk cId="855541107" sldId="273"/>
            <ac:graphicFrameMk id="65" creationId="{D0745639-35F7-A5C5-075E-25749DD39BE4}"/>
          </ac:graphicFrameMkLst>
        </pc:graphicFrameChg>
      </pc:sldChg>
      <pc:sldChg chg="delSp modSp mod">
        <pc:chgData name="Vo Cong Thanh 20230013" userId="aa4d4f62-4903-4be6-a7a9-b82dcde6b785" providerId="ADAL" clId="{CE903CE8-3519-4157-A65E-AE04C47E66CF}" dt="2025-05-03T10:17:53.228" v="4202" actId="255"/>
        <pc:sldMkLst>
          <pc:docMk/>
          <pc:sldMk cId="21350284" sldId="274"/>
        </pc:sldMkLst>
        <pc:spChg chg="mod">
          <ac:chgData name="Vo Cong Thanh 20230013" userId="aa4d4f62-4903-4be6-a7a9-b82dcde6b785" providerId="ADAL" clId="{CE903CE8-3519-4157-A65E-AE04C47E66CF}" dt="2025-05-03T10:16:59.005" v="4190" actId="2711"/>
          <ac:spMkLst>
            <pc:docMk/>
            <pc:sldMk cId="21350284" sldId="274"/>
            <ac:spMk id="2" creationId="{6CC75953-490C-1796-B51C-522435AF17FB}"/>
          </ac:spMkLst>
        </pc:spChg>
        <pc:spChg chg="mod">
          <ac:chgData name="Vo Cong Thanh 20230013" userId="aa4d4f62-4903-4be6-a7a9-b82dcde6b785" providerId="ADAL" clId="{CE903CE8-3519-4157-A65E-AE04C47E66CF}" dt="2025-05-03T10:17:36.147" v="4199" actId="255"/>
          <ac:spMkLst>
            <pc:docMk/>
            <pc:sldMk cId="21350284" sldId="274"/>
            <ac:spMk id="4" creationId="{9EA7DD0B-7075-E02C-C1E3-FC2DF5214AC0}"/>
          </ac:spMkLst>
        </pc:spChg>
        <pc:spChg chg="mod">
          <ac:chgData name="Vo Cong Thanh 20230013" userId="aa4d4f62-4903-4be6-a7a9-b82dcde6b785" providerId="ADAL" clId="{CE903CE8-3519-4157-A65E-AE04C47E66CF}" dt="2025-05-03T10:17:53.228" v="4202" actId="255"/>
          <ac:spMkLst>
            <pc:docMk/>
            <pc:sldMk cId="21350284" sldId="274"/>
            <ac:spMk id="7" creationId="{FA5EA0BD-BC25-3365-F9A2-14D6FBD89FC9}"/>
          </ac:spMkLst>
        </pc:spChg>
        <pc:spChg chg="mod">
          <ac:chgData name="Vo Cong Thanh 20230013" userId="aa4d4f62-4903-4be6-a7a9-b82dcde6b785" providerId="ADAL" clId="{CE903CE8-3519-4157-A65E-AE04C47E66CF}" dt="2025-05-03T10:17:44.156" v="4200" actId="255"/>
          <ac:spMkLst>
            <pc:docMk/>
            <pc:sldMk cId="21350284" sldId="274"/>
            <ac:spMk id="8" creationId="{5700849B-28AB-2853-F655-DF0C78C44254}"/>
          </ac:spMkLst>
        </pc:spChg>
      </pc:sldChg>
      <pc:sldChg chg="modSp add mod">
        <pc:chgData name="Vo Cong Thanh 20230013" userId="aa4d4f62-4903-4be6-a7a9-b82dcde6b785" providerId="ADAL" clId="{CE903CE8-3519-4157-A65E-AE04C47E66CF}" dt="2025-05-03T10:14:36.309" v="4165" actId="2711"/>
        <pc:sldMkLst>
          <pc:docMk/>
          <pc:sldMk cId="2676180490" sldId="275"/>
        </pc:sldMkLst>
        <pc:spChg chg="mod">
          <ac:chgData name="Vo Cong Thanh 20230013" userId="aa4d4f62-4903-4be6-a7a9-b82dcde6b785" providerId="ADAL" clId="{CE903CE8-3519-4157-A65E-AE04C47E66CF}" dt="2025-05-03T10:14:36.309" v="4165" actId="2711"/>
          <ac:spMkLst>
            <pc:docMk/>
            <pc:sldMk cId="2676180490" sldId="275"/>
            <ac:spMk id="2" creationId="{44231127-4D4F-08E2-0ACC-4CF93B214999}"/>
          </ac:spMkLst>
        </pc:spChg>
      </pc:sldChg>
      <pc:sldChg chg="modSp add del mod">
        <pc:chgData name="Vo Cong Thanh 20230013" userId="aa4d4f62-4903-4be6-a7a9-b82dcde6b785" providerId="ADAL" clId="{CE903CE8-3519-4157-A65E-AE04C47E66CF}" dt="2025-05-03T04:57:34.391" v="2856" actId="2696"/>
        <pc:sldMkLst>
          <pc:docMk/>
          <pc:sldMk cId="3960197874" sldId="275"/>
        </pc:sldMkLst>
      </pc:sldChg>
      <pc:sldChg chg="modSp add mod">
        <pc:chgData name="Vo Cong Thanh 20230013" userId="aa4d4f62-4903-4be6-a7a9-b82dcde6b785" providerId="ADAL" clId="{CE903CE8-3519-4157-A65E-AE04C47E66CF}" dt="2025-05-03T10:14:45.970" v="4166" actId="2711"/>
        <pc:sldMkLst>
          <pc:docMk/>
          <pc:sldMk cId="1625153752" sldId="276"/>
        </pc:sldMkLst>
      </pc:sldChg>
      <pc:sldChg chg="add del">
        <pc:chgData name="Vo Cong Thanh 20230013" userId="aa4d4f62-4903-4be6-a7a9-b82dcde6b785" providerId="ADAL" clId="{CE903CE8-3519-4157-A65E-AE04C47E66CF}" dt="2025-05-03T04:57:31.867" v="2855" actId="2696"/>
        <pc:sldMkLst>
          <pc:docMk/>
          <pc:sldMk cId="3168379924" sldId="276"/>
        </pc:sldMkLst>
      </pc:sldChg>
      <pc:sldChg chg="add del">
        <pc:chgData name="Vo Cong Thanh 20230013" userId="aa4d4f62-4903-4be6-a7a9-b82dcde6b785" providerId="ADAL" clId="{CE903CE8-3519-4157-A65E-AE04C47E66CF}" dt="2025-05-03T04:57:28.333" v="2854" actId="2696"/>
        <pc:sldMkLst>
          <pc:docMk/>
          <pc:sldMk cId="3167084677" sldId="277"/>
        </pc:sldMkLst>
      </pc:sldChg>
      <pc:sldChg chg="modSp add mod">
        <pc:chgData name="Vo Cong Thanh 20230013" userId="aa4d4f62-4903-4be6-a7a9-b82dcde6b785" providerId="ADAL" clId="{CE903CE8-3519-4157-A65E-AE04C47E66CF}" dt="2025-05-03T10:14:53.122" v="4167" actId="2711"/>
        <pc:sldMkLst>
          <pc:docMk/>
          <pc:sldMk cId="3281373410" sldId="277"/>
        </pc:sldMkLst>
        <pc:spChg chg="mod">
          <ac:chgData name="Vo Cong Thanh 20230013" userId="aa4d4f62-4903-4be6-a7a9-b82dcde6b785" providerId="ADAL" clId="{CE903CE8-3519-4157-A65E-AE04C47E66CF}" dt="2025-05-03T10:14:53.122" v="4167" actId="2711"/>
          <ac:spMkLst>
            <pc:docMk/>
            <pc:sldMk cId="3281373410" sldId="277"/>
            <ac:spMk id="2" creationId="{43324296-4A96-0417-9502-319AF5C5AFB9}"/>
          </ac:spMkLst>
        </pc:spChg>
      </pc:sldChg>
      <pc:sldChg chg="modSp add mod">
        <pc:chgData name="Vo Cong Thanh 20230013" userId="aa4d4f62-4903-4be6-a7a9-b82dcde6b785" providerId="ADAL" clId="{CE903CE8-3519-4157-A65E-AE04C47E66CF}" dt="2025-05-03T10:15:07.509" v="4174" actId="2711"/>
        <pc:sldMkLst>
          <pc:docMk/>
          <pc:sldMk cId="3207026772" sldId="278"/>
        </pc:sldMkLst>
        <pc:spChg chg="mod">
          <ac:chgData name="Vo Cong Thanh 20230013" userId="aa4d4f62-4903-4be6-a7a9-b82dcde6b785" providerId="ADAL" clId="{CE903CE8-3519-4157-A65E-AE04C47E66CF}" dt="2025-05-03T10:15:07.509" v="4174" actId="2711"/>
          <ac:spMkLst>
            <pc:docMk/>
            <pc:sldMk cId="3207026772" sldId="278"/>
            <ac:spMk id="2" creationId="{39A64644-2E54-5D6E-6C58-B57819D1B382}"/>
          </ac:spMkLst>
        </pc:spChg>
      </pc:sldChg>
      <pc:sldChg chg="addSp delSp modSp new mod">
        <pc:chgData name="Vo Cong Thanh 20230013" userId="aa4d4f62-4903-4be6-a7a9-b82dcde6b785" providerId="ADAL" clId="{CE903CE8-3519-4157-A65E-AE04C47E66CF}" dt="2025-05-03T09:22:13.162" v="3942" actId="122"/>
        <pc:sldMkLst>
          <pc:docMk/>
          <pc:sldMk cId="3655977321" sldId="279"/>
        </pc:sldMkLst>
        <pc:spChg chg="mod">
          <ac:chgData name="Vo Cong Thanh 20230013" userId="aa4d4f62-4903-4be6-a7a9-b82dcde6b785" providerId="ADAL" clId="{CE903CE8-3519-4157-A65E-AE04C47E66CF}" dt="2025-05-03T05:05:50.624" v="3259" actId="20577"/>
          <ac:spMkLst>
            <pc:docMk/>
            <pc:sldMk cId="3655977321" sldId="279"/>
            <ac:spMk id="2" creationId="{F6278B0C-B72C-AD4F-9155-8E3E8C746FF5}"/>
          </ac:spMkLst>
        </pc:spChg>
        <pc:spChg chg="mod">
          <ac:chgData name="Vo Cong Thanh 20230013" userId="aa4d4f62-4903-4be6-a7a9-b82dcde6b785" providerId="ADAL" clId="{CE903CE8-3519-4157-A65E-AE04C47E66CF}" dt="2025-05-03T09:19:09.113" v="3777" actId="20577"/>
          <ac:spMkLst>
            <pc:docMk/>
            <pc:sldMk cId="3655977321" sldId="279"/>
            <ac:spMk id="3" creationId="{3A5EE17F-EE23-0E3D-0ECE-1E0D9A6140DA}"/>
          </ac:spMkLst>
        </pc:spChg>
        <pc:graphicFrameChg chg="add mod modGraphic">
          <ac:chgData name="Vo Cong Thanh 20230013" userId="aa4d4f62-4903-4be6-a7a9-b82dcde6b785" providerId="ADAL" clId="{CE903CE8-3519-4157-A65E-AE04C47E66CF}" dt="2025-05-03T09:22:13.162" v="3942" actId="122"/>
          <ac:graphicFrameMkLst>
            <pc:docMk/>
            <pc:sldMk cId="3655977321" sldId="279"/>
            <ac:graphicFrameMk id="5" creationId="{9FCF6378-FFC8-126E-DEF6-6F87544D3008}"/>
          </ac:graphicFrameMkLst>
        </pc:graphicFrameChg>
        <pc:graphicFrameChg chg="add mod modGraphic">
          <ac:chgData name="Vo Cong Thanh 20230013" userId="aa4d4f62-4903-4be6-a7a9-b82dcde6b785" providerId="ADAL" clId="{CE903CE8-3519-4157-A65E-AE04C47E66CF}" dt="2025-05-03T09:22:04.345" v="3941" actId="122"/>
          <ac:graphicFrameMkLst>
            <pc:docMk/>
            <pc:sldMk cId="3655977321" sldId="279"/>
            <ac:graphicFrameMk id="8" creationId="{5F658144-CC03-C6CE-BD55-167B934BC5FE}"/>
          </ac:graphicFrameMkLst>
        </pc:graphicFrameChg>
      </pc:sldChg>
    </pc:docChg>
  </pc:docChgLst>
  <pc:docChgLst>
    <pc:chgData name="Nguyen Tat Thang 20230002" userId="9c7bec86-9887-44fd-8eee-7b8376e2bbcc" providerId="ADAL" clId="{8264FB40-9C8F-4705-9C8A-04165F5FBE19}"/>
    <pc:docChg chg="custSel delSld modSld sldOrd">
      <pc:chgData name="Nguyen Tat Thang 20230002" userId="9c7bec86-9887-44fd-8eee-7b8376e2bbcc" providerId="ADAL" clId="{8264FB40-9C8F-4705-9C8A-04165F5FBE19}" dt="2025-06-06T03:20:11.466" v="631" actId="20577"/>
      <pc:docMkLst>
        <pc:docMk/>
      </pc:docMkLst>
      <pc:sldChg chg="modSp mod">
        <pc:chgData name="Nguyen Tat Thang 20230002" userId="9c7bec86-9887-44fd-8eee-7b8376e2bbcc" providerId="ADAL" clId="{8264FB40-9C8F-4705-9C8A-04165F5FBE19}" dt="2025-06-06T03:04:06.394" v="211" actId="20577"/>
        <pc:sldMkLst>
          <pc:docMk/>
          <pc:sldMk cId="743172911" sldId="257"/>
        </pc:sldMkLst>
        <pc:spChg chg="mod">
          <ac:chgData name="Nguyen Tat Thang 20230002" userId="9c7bec86-9887-44fd-8eee-7b8376e2bbcc" providerId="ADAL" clId="{8264FB40-9C8F-4705-9C8A-04165F5FBE19}" dt="2025-06-06T03:03:44.253" v="200" actId="255"/>
          <ac:spMkLst>
            <pc:docMk/>
            <pc:sldMk cId="743172911" sldId="257"/>
            <ac:spMk id="3" creationId="{5702E00C-3125-4CD1-A5F8-64723BF48E3E}"/>
          </ac:spMkLst>
        </pc:spChg>
        <pc:spChg chg="mod">
          <ac:chgData name="Nguyen Tat Thang 20230002" userId="9c7bec86-9887-44fd-8eee-7b8376e2bbcc" providerId="ADAL" clId="{8264FB40-9C8F-4705-9C8A-04165F5FBE19}" dt="2025-06-06T03:04:06.394" v="211" actId="20577"/>
          <ac:spMkLst>
            <pc:docMk/>
            <pc:sldMk cId="743172911" sldId="257"/>
            <ac:spMk id="4" creationId="{72BF49D9-2FCE-4950-8B1C-F580CC18F4C9}"/>
          </ac:spMkLst>
        </pc:spChg>
        <pc:spChg chg="mod">
          <ac:chgData name="Nguyen Tat Thang 20230002" userId="9c7bec86-9887-44fd-8eee-7b8376e2bbcc" providerId="ADAL" clId="{8264FB40-9C8F-4705-9C8A-04165F5FBE19}" dt="2025-06-06T03:03:55.864" v="202" actId="255"/>
          <ac:spMkLst>
            <pc:docMk/>
            <pc:sldMk cId="743172911" sldId="257"/>
            <ac:spMk id="5" creationId="{7D9E9E81-6333-62EC-B002-4363F51B99B0}"/>
          </ac:spMkLst>
        </pc:spChg>
      </pc:sldChg>
      <pc:sldChg chg="del">
        <pc:chgData name="Nguyen Tat Thang 20230002" userId="9c7bec86-9887-44fd-8eee-7b8376e2bbcc" providerId="ADAL" clId="{8264FB40-9C8F-4705-9C8A-04165F5FBE19}" dt="2025-06-06T03:04:31.407" v="214" actId="47"/>
        <pc:sldMkLst>
          <pc:docMk/>
          <pc:sldMk cId="3505952789" sldId="258"/>
        </pc:sldMkLst>
      </pc:sldChg>
      <pc:sldChg chg="modSp mod">
        <pc:chgData name="Nguyen Tat Thang 20230002" userId="9c7bec86-9887-44fd-8eee-7b8376e2bbcc" providerId="ADAL" clId="{8264FB40-9C8F-4705-9C8A-04165F5FBE19}" dt="2025-06-06T03:04:19.363" v="213" actId="20577"/>
        <pc:sldMkLst>
          <pc:docMk/>
          <pc:sldMk cId="1236590567" sldId="265"/>
        </pc:sldMkLst>
        <pc:spChg chg="mod">
          <ac:chgData name="Nguyen Tat Thang 20230002" userId="9c7bec86-9887-44fd-8eee-7b8376e2bbcc" providerId="ADAL" clId="{8264FB40-9C8F-4705-9C8A-04165F5FBE19}" dt="2025-06-06T03:04:19.363" v="213" actId="20577"/>
          <ac:spMkLst>
            <pc:docMk/>
            <pc:sldMk cId="1236590567" sldId="265"/>
            <ac:spMk id="2" creationId="{A3833338-3107-ECFB-C8E5-6F8185928159}"/>
          </ac:spMkLst>
        </pc:spChg>
      </pc:sldChg>
      <pc:sldChg chg="del">
        <pc:chgData name="Nguyen Tat Thang 20230002" userId="9c7bec86-9887-44fd-8eee-7b8376e2bbcc" providerId="ADAL" clId="{8264FB40-9C8F-4705-9C8A-04165F5FBE19}" dt="2025-06-06T03:04:40.180" v="215" actId="47"/>
        <pc:sldMkLst>
          <pc:docMk/>
          <pc:sldMk cId="3332635090" sldId="266"/>
        </pc:sldMkLst>
      </pc:sldChg>
      <pc:sldChg chg="modSp mod">
        <pc:chgData name="Nguyen Tat Thang 20230002" userId="9c7bec86-9887-44fd-8eee-7b8376e2bbcc" providerId="ADAL" clId="{8264FB40-9C8F-4705-9C8A-04165F5FBE19}" dt="2025-06-06T03:07:09.443" v="337" actId="20577"/>
        <pc:sldMkLst>
          <pc:docMk/>
          <pc:sldMk cId="530418936" sldId="267"/>
        </pc:sldMkLst>
        <pc:spChg chg="mod">
          <ac:chgData name="Nguyen Tat Thang 20230002" userId="9c7bec86-9887-44fd-8eee-7b8376e2bbcc" providerId="ADAL" clId="{8264FB40-9C8F-4705-9C8A-04165F5FBE19}" dt="2025-06-06T03:05:09.883" v="249" actId="2711"/>
          <ac:spMkLst>
            <pc:docMk/>
            <pc:sldMk cId="530418936" sldId="267"/>
            <ac:spMk id="2" creationId="{5B564F07-8B38-9018-D3AD-CB5CFE9EBE24}"/>
          </ac:spMkLst>
        </pc:spChg>
        <pc:spChg chg="mod">
          <ac:chgData name="Nguyen Tat Thang 20230002" userId="9c7bec86-9887-44fd-8eee-7b8376e2bbcc" providerId="ADAL" clId="{8264FB40-9C8F-4705-9C8A-04165F5FBE19}" dt="2025-06-06T03:06:36.838" v="316" actId="20577"/>
          <ac:spMkLst>
            <pc:docMk/>
            <pc:sldMk cId="530418936" sldId="267"/>
            <ac:spMk id="3" creationId="{FA7A5382-4B32-2436-6FE1-B14149A5A729}"/>
          </ac:spMkLst>
        </pc:spChg>
        <pc:spChg chg="mod">
          <ac:chgData name="Nguyen Tat Thang 20230002" userId="9c7bec86-9887-44fd-8eee-7b8376e2bbcc" providerId="ADAL" clId="{8264FB40-9C8F-4705-9C8A-04165F5FBE19}" dt="2025-06-06T03:06:47.121" v="327" actId="20577"/>
          <ac:spMkLst>
            <pc:docMk/>
            <pc:sldMk cId="530418936" sldId="267"/>
            <ac:spMk id="4" creationId="{D5C832F2-18BE-15BE-D5A8-5D359EC3B982}"/>
          </ac:spMkLst>
        </pc:spChg>
        <pc:spChg chg="mod">
          <ac:chgData name="Nguyen Tat Thang 20230002" userId="9c7bec86-9887-44fd-8eee-7b8376e2bbcc" providerId="ADAL" clId="{8264FB40-9C8F-4705-9C8A-04165F5FBE19}" dt="2025-06-06T03:06:55.626" v="336" actId="20577"/>
          <ac:spMkLst>
            <pc:docMk/>
            <pc:sldMk cId="530418936" sldId="267"/>
            <ac:spMk id="5" creationId="{3D9BF49B-7F33-A8E8-301A-016B18C0FF96}"/>
          </ac:spMkLst>
        </pc:spChg>
        <pc:spChg chg="mod">
          <ac:chgData name="Nguyen Tat Thang 20230002" userId="9c7bec86-9887-44fd-8eee-7b8376e2bbcc" providerId="ADAL" clId="{8264FB40-9C8F-4705-9C8A-04165F5FBE19}" dt="2025-06-06T03:06:50.711" v="334" actId="20577"/>
          <ac:spMkLst>
            <pc:docMk/>
            <pc:sldMk cId="530418936" sldId="267"/>
            <ac:spMk id="27" creationId="{94251BC6-F59E-D548-EFD9-B21EFE8D73F8}"/>
          </ac:spMkLst>
        </pc:spChg>
        <pc:spChg chg="mod">
          <ac:chgData name="Nguyen Tat Thang 20230002" userId="9c7bec86-9887-44fd-8eee-7b8376e2bbcc" providerId="ADAL" clId="{8264FB40-9C8F-4705-9C8A-04165F5FBE19}" dt="2025-06-06T03:07:09.443" v="337" actId="20577"/>
          <ac:spMkLst>
            <pc:docMk/>
            <pc:sldMk cId="530418936" sldId="267"/>
            <ac:spMk id="29" creationId="{51466566-2AF2-80F5-F3A5-A845997AF08B}"/>
          </ac:spMkLst>
        </pc:spChg>
      </pc:sldChg>
      <pc:sldChg chg="addSp delSp modSp mod">
        <pc:chgData name="Nguyen Tat Thang 20230002" userId="9c7bec86-9887-44fd-8eee-7b8376e2bbcc" providerId="ADAL" clId="{8264FB40-9C8F-4705-9C8A-04165F5FBE19}" dt="2025-06-06T03:11:16.089" v="475" actId="20577"/>
        <pc:sldMkLst>
          <pc:docMk/>
          <pc:sldMk cId="2420602016" sldId="268"/>
        </pc:sldMkLst>
        <pc:spChg chg="mod">
          <ac:chgData name="Nguyen Tat Thang 20230002" userId="9c7bec86-9887-44fd-8eee-7b8376e2bbcc" providerId="ADAL" clId="{8264FB40-9C8F-4705-9C8A-04165F5FBE19}" dt="2025-06-06T03:07:40.625" v="391" actId="20577"/>
          <ac:spMkLst>
            <pc:docMk/>
            <pc:sldMk cId="2420602016" sldId="268"/>
            <ac:spMk id="2" creationId="{2B4E7F62-787F-800F-8EC3-17AFBBCD9646}"/>
          </ac:spMkLst>
        </pc:spChg>
        <pc:spChg chg="del mod">
          <ac:chgData name="Nguyen Tat Thang 20230002" userId="9c7bec86-9887-44fd-8eee-7b8376e2bbcc" providerId="ADAL" clId="{8264FB40-9C8F-4705-9C8A-04165F5FBE19}" dt="2025-06-06T03:07:54.032" v="393" actId="478"/>
          <ac:spMkLst>
            <pc:docMk/>
            <pc:sldMk cId="2420602016" sldId="268"/>
            <ac:spMk id="4" creationId="{00000000-0000-0000-0000-000000000000}"/>
          </ac:spMkLst>
        </pc:spChg>
        <pc:graphicFrameChg chg="mod modGraphic">
          <ac:chgData name="Nguyen Tat Thang 20230002" userId="9c7bec86-9887-44fd-8eee-7b8376e2bbcc" providerId="ADAL" clId="{8264FB40-9C8F-4705-9C8A-04165F5FBE19}" dt="2025-06-06T03:11:16.089" v="475" actId="20577"/>
          <ac:graphicFrameMkLst>
            <pc:docMk/>
            <pc:sldMk cId="2420602016" sldId="268"/>
            <ac:graphicFrameMk id="9" creationId="{00000000-0000-0000-0000-000000000000}"/>
          </ac:graphicFrameMkLst>
        </pc:graphicFrameChg>
        <pc:picChg chg="add mod">
          <ac:chgData name="Nguyen Tat Thang 20230002" userId="9c7bec86-9887-44fd-8eee-7b8376e2bbcc" providerId="ADAL" clId="{8264FB40-9C8F-4705-9C8A-04165F5FBE19}" dt="2025-06-06T03:09:06.074" v="401" actId="1076"/>
          <ac:picMkLst>
            <pc:docMk/>
            <pc:sldMk cId="2420602016" sldId="268"/>
            <ac:picMk id="3" creationId="{2B268064-E058-8C49-7C47-A5DBD30E858D}"/>
          </ac:picMkLst>
        </pc:picChg>
        <pc:picChg chg="del">
          <ac:chgData name="Nguyen Tat Thang 20230002" userId="9c7bec86-9887-44fd-8eee-7b8376e2bbcc" providerId="ADAL" clId="{8264FB40-9C8F-4705-9C8A-04165F5FBE19}" dt="2025-06-06T03:08:50.312" v="396" actId="478"/>
          <ac:picMkLst>
            <pc:docMk/>
            <pc:sldMk cId="2420602016" sldId="268"/>
            <ac:picMk id="5" creationId="{00000000-0000-0000-0000-000000000000}"/>
          </ac:picMkLst>
        </pc:picChg>
      </pc:sldChg>
      <pc:sldChg chg="addSp delSp modSp mod">
        <pc:chgData name="Nguyen Tat Thang 20230002" userId="9c7bec86-9887-44fd-8eee-7b8376e2bbcc" providerId="ADAL" clId="{8264FB40-9C8F-4705-9C8A-04165F5FBE19}" dt="2025-06-06T03:18:23.267" v="621" actId="1076"/>
        <pc:sldMkLst>
          <pc:docMk/>
          <pc:sldMk cId="2067141986" sldId="269"/>
        </pc:sldMkLst>
        <pc:spChg chg="mod">
          <ac:chgData name="Nguyen Tat Thang 20230002" userId="9c7bec86-9887-44fd-8eee-7b8376e2bbcc" providerId="ADAL" clId="{8264FB40-9C8F-4705-9C8A-04165F5FBE19}" dt="2025-06-06T03:15:59.660" v="616" actId="1076"/>
          <ac:spMkLst>
            <pc:docMk/>
            <pc:sldMk cId="2067141986" sldId="269"/>
            <ac:spMk id="4" creationId="{9629AF21-1EAB-671D-243B-771394DE0294}"/>
          </ac:spMkLst>
        </pc:spChg>
        <pc:spChg chg="del mod">
          <ac:chgData name="Nguyen Tat Thang 20230002" userId="9c7bec86-9887-44fd-8eee-7b8376e2bbcc" providerId="ADAL" clId="{8264FB40-9C8F-4705-9C8A-04165F5FBE19}" dt="2025-06-06T03:15:54.186" v="615" actId="478"/>
          <ac:spMkLst>
            <pc:docMk/>
            <pc:sldMk cId="2067141986" sldId="269"/>
            <ac:spMk id="7" creationId="{94FEE83C-5D44-F864-BF68-75DE843BB051}"/>
          </ac:spMkLst>
        </pc:spChg>
        <pc:picChg chg="del">
          <ac:chgData name="Nguyen Tat Thang 20230002" userId="9c7bec86-9887-44fd-8eee-7b8376e2bbcc" providerId="ADAL" clId="{8264FB40-9C8F-4705-9C8A-04165F5FBE19}" dt="2025-06-06T03:15:41.470" v="610" actId="478"/>
          <ac:picMkLst>
            <pc:docMk/>
            <pc:sldMk cId="2067141986" sldId="269"/>
            <ac:picMk id="3" creationId="{00000000-0000-0000-0000-000000000000}"/>
          </ac:picMkLst>
        </pc:picChg>
        <pc:picChg chg="add mod">
          <ac:chgData name="Nguyen Tat Thang 20230002" userId="9c7bec86-9887-44fd-8eee-7b8376e2bbcc" providerId="ADAL" clId="{8264FB40-9C8F-4705-9C8A-04165F5FBE19}" dt="2025-06-06T03:18:23.267" v="621" actId="1076"/>
          <ac:picMkLst>
            <pc:docMk/>
            <pc:sldMk cId="2067141986" sldId="269"/>
            <ac:picMk id="5" creationId="{B7DD93F5-BAFF-CF99-A684-48CBE0A99C46}"/>
          </ac:picMkLst>
        </pc:picChg>
        <pc:picChg chg="del">
          <ac:chgData name="Nguyen Tat Thang 20230002" userId="9c7bec86-9887-44fd-8eee-7b8376e2bbcc" providerId="ADAL" clId="{8264FB40-9C8F-4705-9C8A-04165F5FBE19}" dt="2025-06-06T03:15:50.441" v="613" actId="478"/>
          <ac:picMkLst>
            <pc:docMk/>
            <pc:sldMk cId="2067141986" sldId="269"/>
            <ac:picMk id="8" creationId="{00000000-0000-0000-0000-000000000000}"/>
          </ac:picMkLst>
        </pc:picChg>
      </pc:sldChg>
      <pc:sldChg chg="del">
        <pc:chgData name="Nguyen Tat Thang 20230002" userId="9c7bec86-9887-44fd-8eee-7b8376e2bbcc" providerId="ADAL" clId="{8264FB40-9C8F-4705-9C8A-04165F5FBE19}" dt="2025-06-06T03:18:34.189" v="622" actId="47"/>
        <pc:sldMkLst>
          <pc:docMk/>
          <pc:sldMk cId="2784905690" sldId="271"/>
        </pc:sldMkLst>
      </pc:sldChg>
      <pc:sldChg chg="delSp mod">
        <pc:chgData name="Nguyen Tat Thang 20230002" userId="9c7bec86-9887-44fd-8eee-7b8376e2bbcc" providerId="ADAL" clId="{8264FB40-9C8F-4705-9C8A-04165F5FBE19}" dt="2025-06-06T03:18:38.082" v="624" actId="478"/>
        <pc:sldMkLst>
          <pc:docMk/>
          <pc:sldMk cId="2743125545" sldId="272"/>
        </pc:sldMkLst>
        <pc:picChg chg="del">
          <ac:chgData name="Nguyen Tat Thang 20230002" userId="9c7bec86-9887-44fd-8eee-7b8376e2bbcc" providerId="ADAL" clId="{8264FB40-9C8F-4705-9C8A-04165F5FBE19}" dt="2025-06-06T03:18:37.233" v="623" actId="478"/>
          <ac:picMkLst>
            <pc:docMk/>
            <pc:sldMk cId="2743125545" sldId="272"/>
            <ac:picMk id="9" creationId="{0ABD0E3F-2FC0-77E7-54A4-E0930A707FA2}"/>
          </ac:picMkLst>
        </pc:picChg>
        <pc:picChg chg="del">
          <ac:chgData name="Nguyen Tat Thang 20230002" userId="9c7bec86-9887-44fd-8eee-7b8376e2bbcc" providerId="ADAL" clId="{8264FB40-9C8F-4705-9C8A-04165F5FBE19}" dt="2025-06-06T03:18:38.082" v="624" actId="478"/>
          <ac:picMkLst>
            <pc:docMk/>
            <pc:sldMk cId="2743125545" sldId="272"/>
            <ac:picMk id="20" creationId="{CF449766-2A67-25F1-6C70-1A46E5416FF0}"/>
          </ac:picMkLst>
        </pc:picChg>
      </pc:sldChg>
      <pc:sldChg chg="delSp del mod">
        <pc:chgData name="Nguyen Tat Thang 20230002" userId="9c7bec86-9887-44fd-8eee-7b8376e2bbcc" providerId="ADAL" clId="{8264FB40-9C8F-4705-9C8A-04165F5FBE19}" dt="2025-06-06T03:18:47.721" v="627" actId="47"/>
        <pc:sldMkLst>
          <pc:docMk/>
          <pc:sldMk cId="855541107" sldId="273"/>
        </pc:sldMkLst>
        <pc:graphicFrameChg chg="del">
          <ac:chgData name="Nguyen Tat Thang 20230002" userId="9c7bec86-9887-44fd-8eee-7b8376e2bbcc" providerId="ADAL" clId="{8264FB40-9C8F-4705-9C8A-04165F5FBE19}" dt="2025-06-06T03:18:44.571" v="626" actId="478"/>
          <ac:graphicFrameMkLst>
            <pc:docMk/>
            <pc:sldMk cId="855541107" sldId="273"/>
            <ac:graphicFrameMk id="65" creationId="{D0745639-35F7-A5C5-075E-25749DD39BE4}"/>
          </ac:graphicFrameMkLst>
        </pc:graphicFrameChg>
        <pc:picChg chg="del">
          <ac:chgData name="Nguyen Tat Thang 20230002" userId="9c7bec86-9887-44fd-8eee-7b8376e2bbcc" providerId="ADAL" clId="{8264FB40-9C8F-4705-9C8A-04165F5FBE19}" dt="2025-06-06T03:18:41.668" v="625" actId="478"/>
          <ac:picMkLst>
            <pc:docMk/>
            <pc:sldMk cId="855541107" sldId="273"/>
            <ac:picMk id="4" creationId="{00000000-0000-0000-0000-000000000000}"/>
          </ac:picMkLst>
        </pc:picChg>
      </pc:sldChg>
      <pc:sldChg chg="modSp mod">
        <pc:chgData name="Nguyen Tat Thang 20230002" userId="9c7bec86-9887-44fd-8eee-7b8376e2bbcc" providerId="ADAL" clId="{8264FB40-9C8F-4705-9C8A-04165F5FBE19}" dt="2025-06-06T03:20:11.466" v="631" actId="20577"/>
        <pc:sldMkLst>
          <pc:docMk/>
          <pc:sldMk cId="21350284" sldId="274"/>
        </pc:sldMkLst>
        <pc:spChg chg="mod">
          <ac:chgData name="Nguyen Tat Thang 20230002" userId="9c7bec86-9887-44fd-8eee-7b8376e2bbcc" providerId="ADAL" clId="{8264FB40-9C8F-4705-9C8A-04165F5FBE19}" dt="2025-06-06T03:20:05.809" v="629" actId="20577"/>
          <ac:spMkLst>
            <pc:docMk/>
            <pc:sldMk cId="21350284" sldId="274"/>
            <ac:spMk id="4" creationId="{9EA7DD0B-7075-E02C-C1E3-FC2DF5214AC0}"/>
          </ac:spMkLst>
        </pc:spChg>
        <pc:spChg chg="mod">
          <ac:chgData name="Nguyen Tat Thang 20230002" userId="9c7bec86-9887-44fd-8eee-7b8376e2bbcc" providerId="ADAL" clId="{8264FB40-9C8F-4705-9C8A-04165F5FBE19}" dt="2025-06-06T03:20:08.744" v="630" actId="20577"/>
          <ac:spMkLst>
            <pc:docMk/>
            <pc:sldMk cId="21350284" sldId="274"/>
            <ac:spMk id="7" creationId="{FA5EA0BD-BC25-3365-F9A2-14D6FBD89FC9}"/>
          </ac:spMkLst>
        </pc:spChg>
        <pc:spChg chg="mod">
          <ac:chgData name="Nguyen Tat Thang 20230002" userId="9c7bec86-9887-44fd-8eee-7b8376e2bbcc" providerId="ADAL" clId="{8264FB40-9C8F-4705-9C8A-04165F5FBE19}" dt="2025-06-06T03:20:11.466" v="631" actId="20577"/>
          <ac:spMkLst>
            <pc:docMk/>
            <pc:sldMk cId="21350284" sldId="274"/>
            <ac:spMk id="8" creationId="{5700849B-28AB-2853-F655-DF0C78C44254}"/>
          </ac:spMkLst>
        </pc:spChg>
      </pc:sldChg>
      <pc:sldChg chg="addSp delSp modSp mod">
        <pc:chgData name="Nguyen Tat Thang 20230002" userId="9c7bec86-9887-44fd-8eee-7b8376e2bbcc" providerId="ADAL" clId="{8264FB40-9C8F-4705-9C8A-04165F5FBE19}" dt="2025-06-06T03:15:31.402" v="609" actId="20577"/>
        <pc:sldMkLst>
          <pc:docMk/>
          <pc:sldMk cId="2676180490" sldId="275"/>
        </pc:sldMkLst>
        <pc:spChg chg="mod">
          <ac:chgData name="Nguyen Tat Thang 20230002" userId="9c7bec86-9887-44fd-8eee-7b8376e2bbcc" providerId="ADAL" clId="{8264FB40-9C8F-4705-9C8A-04165F5FBE19}" dt="2025-06-06T03:15:12.961" v="587" actId="20577"/>
          <ac:spMkLst>
            <pc:docMk/>
            <pc:sldMk cId="2676180490" sldId="275"/>
            <ac:spMk id="2" creationId="{44231127-4D4F-08E2-0ACC-4CF93B214999}"/>
          </ac:spMkLst>
        </pc:spChg>
        <pc:spChg chg="del mod">
          <ac:chgData name="Nguyen Tat Thang 20230002" userId="9c7bec86-9887-44fd-8eee-7b8376e2bbcc" providerId="ADAL" clId="{8264FB40-9C8F-4705-9C8A-04165F5FBE19}" dt="2025-06-06T03:14:39.996" v="575" actId="478"/>
          <ac:spMkLst>
            <pc:docMk/>
            <pc:sldMk cId="2676180490" sldId="275"/>
            <ac:spMk id="9" creationId="{00000000-0000-0000-0000-000000000000}"/>
          </ac:spMkLst>
        </pc:spChg>
        <pc:graphicFrameChg chg="mod modGraphic">
          <ac:chgData name="Nguyen Tat Thang 20230002" userId="9c7bec86-9887-44fd-8eee-7b8376e2bbcc" providerId="ADAL" clId="{8264FB40-9C8F-4705-9C8A-04165F5FBE19}" dt="2025-06-06T03:15:31.402" v="609" actId="20577"/>
          <ac:graphicFrameMkLst>
            <pc:docMk/>
            <pc:sldMk cId="2676180490" sldId="275"/>
            <ac:graphicFrameMk id="5" creationId="{7D5BDB1B-5152-862C-7D1E-290D64977E9D}"/>
          </ac:graphicFrameMkLst>
        </pc:graphicFrameChg>
        <pc:picChg chg="add mod">
          <ac:chgData name="Nguyen Tat Thang 20230002" userId="9c7bec86-9887-44fd-8eee-7b8376e2bbcc" providerId="ADAL" clId="{8264FB40-9C8F-4705-9C8A-04165F5FBE19}" dt="2025-06-06T03:15:01.964" v="578" actId="1076"/>
          <ac:picMkLst>
            <pc:docMk/>
            <pc:sldMk cId="2676180490" sldId="275"/>
            <ac:picMk id="3" creationId="{3C2FEC82-3123-CDFB-889C-E0B5E4C16045}"/>
          </ac:picMkLst>
        </pc:picChg>
        <pc:picChg chg="del">
          <ac:chgData name="Nguyen Tat Thang 20230002" userId="9c7bec86-9887-44fd-8eee-7b8376e2bbcc" providerId="ADAL" clId="{8264FB40-9C8F-4705-9C8A-04165F5FBE19}" dt="2025-06-06T03:14:40.809" v="576" actId="478"/>
          <ac:picMkLst>
            <pc:docMk/>
            <pc:sldMk cId="2676180490" sldId="275"/>
            <ac:picMk id="1026" creationId="{00000000-0000-0000-0000-000000000000}"/>
          </ac:picMkLst>
        </pc:picChg>
      </pc:sldChg>
      <pc:sldChg chg="addSp delSp modSp mod ord">
        <pc:chgData name="Nguyen Tat Thang 20230002" userId="9c7bec86-9887-44fd-8eee-7b8376e2bbcc" providerId="ADAL" clId="{8264FB40-9C8F-4705-9C8A-04165F5FBE19}" dt="2025-06-06T03:14:11.741" v="558" actId="20577"/>
        <pc:sldMkLst>
          <pc:docMk/>
          <pc:sldMk cId="3281373410" sldId="277"/>
        </pc:sldMkLst>
        <pc:spChg chg="mod">
          <ac:chgData name="Nguyen Tat Thang 20230002" userId="9c7bec86-9887-44fd-8eee-7b8376e2bbcc" providerId="ADAL" clId="{8264FB40-9C8F-4705-9C8A-04165F5FBE19}" dt="2025-06-06T03:14:11.741" v="558" actId="20577"/>
          <ac:spMkLst>
            <pc:docMk/>
            <pc:sldMk cId="3281373410" sldId="277"/>
            <ac:spMk id="2" creationId="{43324296-4A96-0417-9502-319AF5C5AFB9}"/>
          </ac:spMkLst>
        </pc:spChg>
        <pc:spChg chg="del">
          <ac:chgData name="Nguyen Tat Thang 20230002" userId="9c7bec86-9887-44fd-8eee-7b8376e2bbcc" providerId="ADAL" clId="{8264FB40-9C8F-4705-9C8A-04165F5FBE19}" dt="2025-06-06T03:12:37.540" v="512" actId="478"/>
          <ac:spMkLst>
            <pc:docMk/>
            <pc:sldMk cId="3281373410" sldId="277"/>
            <ac:spMk id="4" creationId="{00000000-0000-0000-0000-000000000000}"/>
          </ac:spMkLst>
        </pc:spChg>
        <pc:spChg chg="del">
          <ac:chgData name="Nguyen Tat Thang 20230002" userId="9c7bec86-9887-44fd-8eee-7b8376e2bbcc" providerId="ADAL" clId="{8264FB40-9C8F-4705-9C8A-04165F5FBE19}" dt="2025-06-06T03:12:40.539" v="513" actId="478"/>
          <ac:spMkLst>
            <pc:docMk/>
            <pc:sldMk cId="3281373410" sldId="277"/>
            <ac:spMk id="8" creationId="{00000000-0000-0000-0000-000000000000}"/>
          </ac:spMkLst>
        </pc:spChg>
        <pc:graphicFrameChg chg="del modGraphic">
          <ac:chgData name="Nguyen Tat Thang 20230002" userId="9c7bec86-9887-44fd-8eee-7b8376e2bbcc" providerId="ADAL" clId="{8264FB40-9C8F-4705-9C8A-04165F5FBE19}" dt="2025-06-06T03:12:35.331" v="511" actId="478"/>
          <ac:graphicFrameMkLst>
            <pc:docMk/>
            <pc:sldMk cId="3281373410" sldId="277"/>
            <ac:graphicFrameMk id="5" creationId="{A4402C53-02FB-246A-3534-BAD8B9A91B72}"/>
          </ac:graphicFrameMkLst>
        </pc:graphicFrameChg>
        <pc:picChg chg="add mod">
          <ac:chgData name="Nguyen Tat Thang 20230002" userId="9c7bec86-9887-44fd-8eee-7b8376e2bbcc" providerId="ADAL" clId="{8264FB40-9C8F-4705-9C8A-04165F5FBE19}" dt="2025-06-06T03:12:48.436" v="515" actId="1076"/>
          <ac:picMkLst>
            <pc:docMk/>
            <pc:sldMk cId="3281373410" sldId="277"/>
            <ac:picMk id="3" creationId="{A59152BD-40B8-B894-CD03-4420A8E05B46}"/>
          </ac:picMkLst>
        </pc:picChg>
        <pc:picChg chg="del">
          <ac:chgData name="Nguyen Tat Thang 20230002" userId="9c7bec86-9887-44fd-8eee-7b8376e2bbcc" providerId="ADAL" clId="{8264FB40-9C8F-4705-9C8A-04165F5FBE19}" dt="2025-06-06T03:11:54.774" v="506" actId="478"/>
          <ac:picMkLst>
            <pc:docMk/>
            <pc:sldMk cId="3281373410" sldId="277"/>
            <ac:picMk id="10" creationId="{698E5933-6911-4CBC-2173-0DF6735975C9}"/>
          </ac:picMkLst>
        </pc:picChg>
      </pc:sldChg>
      <pc:sldChg chg="addSp delSp modSp mod">
        <pc:chgData name="Nguyen Tat Thang 20230002" userId="9c7bec86-9887-44fd-8eee-7b8376e2bbcc" providerId="ADAL" clId="{8264FB40-9C8F-4705-9C8A-04165F5FBE19}" dt="2025-06-06T03:14:18.865" v="560" actId="1076"/>
        <pc:sldMkLst>
          <pc:docMk/>
          <pc:sldMk cId="3207026772" sldId="278"/>
        </pc:sldMkLst>
        <pc:spChg chg="mod">
          <ac:chgData name="Nguyen Tat Thang 20230002" userId="9c7bec86-9887-44fd-8eee-7b8376e2bbcc" providerId="ADAL" clId="{8264FB40-9C8F-4705-9C8A-04165F5FBE19}" dt="2025-06-06T03:14:05.207" v="554" actId="20577"/>
          <ac:spMkLst>
            <pc:docMk/>
            <pc:sldMk cId="3207026772" sldId="278"/>
            <ac:spMk id="2" creationId="{39A64644-2E54-5D6E-6C58-B57819D1B382}"/>
          </ac:spMkLst>
        </pc:spChg>
        <pc:spChg chg="del mod">
          <ac:chgData name="Nguyen Tat Thang 20230002" userId="9c7bec86-9887-44fd-8eee-7b8376e2bbcc" providerId="ADAL" clId="{8264FB40-9C8F-4705-9C8A-04165F5FBE19}" dt="2025-06-06T03:13:31.712" v="549" actId="478"/>
          <ac:spMkLst>
            <pc:docMk/>
            <pc:sldMk cId="3207026772" sldId="278"/>
            <ac:spMk id="5" creationId="{00000000-0000-0000-0000-000000000000}"/>
          </ac:spMkLst>
        </pc:spChg>
        <pc:spChg chg="del">
          <ac:chgData name="Nguyen Tat Thang 20230002" userId="9c7bec86-9887-44fd-8eee-7b8376e2bbcc" providerId="ADAL" clId="{8264FB40-9C8F-4705-9C8A-04165F5FBE19}" dt="2025-06-06T03:13:37.350" v="550" actId="478"/>
          <ac:spMkLst>
            <pc:docMk/>
            <pc:sldMk cId="3207026772" sldId="278"/>
            <ac:spMk id="7" creationId="{00000000-0000-0000-0000-000000000000}"/>
          </ac:spMkLst>
        </pc:spChg>
        <pc:graphicFrameChg chg="del">
          <ac:chgData name="Nguyen Tat Thang 20230002" userId="9c7bec86-9887-44fd-8eee-7b8376e2bbcc" providerId="ADAL" clId="{8264FB40-9C8F-4705-9C8A-04165F5FBE19}" dt="2025-06-06T03:13:27.814" v="546" actId="478"/>
          <ac:graphicFrameMkLst>
            <pc:docMk/>
            <pc:sldMk cId="3207026772" sldId="278"/>
            <ac:graphicFrameMk id="20" creationId="{AECF7EC3-195A-A871-FF75-A5BD3469266B}"/>
          </ac:graphicFrameMkLst>
        </pc:graphicFrameChg>
        <pc:picChg chg="add mod">
          <ac:chgData name="Nguyen Tat Thang 20230002" userId="9c7bec86-9887-44fd-8eee-7b8376e2bbcc" providerId="ADAL" clId="{8264FB40-9C8F-4705-9C8A-04165F5FBE19}" dt="2025-06-06T03:14:18.865" v="560" actId="1076"/>
          <ac:picMkLst>
            <pc:docMk/>
            <pc:sldMk cId="3207026772" sldId="278"/>
            <ac:picMk id="3" creationId="{9E7A8BF3-447E-E969-B1A2-DE2B64BE3D05}"/>
          </ac:picMkLst>
        </pc:picChg>
        <pc:picChg chg="del">
          <ac:chgData name="Nguyen Tat Thang 20230002" userId="9c7bec86-9887-44fd-8eee-7b8376e2bbcc" providerId="ADAL" clId="{8264FB40-9C8F-4705-9C8A-04165F5FBE19}" dt="2025-06-06T03:13:28.942" v="547" actId="478"/>
          <ac:picMkLst>
            <pc:docMk/>
            <pc:sldMk cId="3207026772" sldId="278"/>
            <ac:picMk id="4" creationId="{00000000-0000-0000-0000-000000000000}"/>
          </ac:picMkLst>
        </pc:picChg>
      </pc:sldChg>
      <pc:sldChg chg="del">
        <pc:chgData name="Nguyen Tat Thang 20230002" userId="9c7bec86-9887-44fd-8eee-7b8376e2bbcc" providerId="ADAL" clId="{8264FB40-9C8F-4705-9C8A-04165F5FBE19}" dt="2025-06-06T03:19:15.579" v="628" actId="47"/>
        <pc:sldMkLst>
          <pc:docMk/>
          <pc:sldMk cId="3655977321" sldId="279"/>
        </pc:sldMkLst>
      </pc:sldChg>
    </pc:docChg>
  </pc:docChgLst>
  <pc:docChgLst>
    <pc:chgData name="Nguyen Tat Thang 20230002" userId="9c7bec86-9887-44fd-8eee-7b8376e2bbcc" providerId="ADAL" clId="{ECB7F1AE-24EA-4151-90DE-CE584E34CBE9}"/>
    <pc:docChg chg="undo custSel modSld">
      <pc:chgData name="Nguyen Tat Thang 20230002" userId="9c7bec86-9887-44fd-8eee-7b8376e2bbcc" providerId="ADAL" clId="{ECB7F1AE-24EA-4151-90DE-CE584E34CBE9}" dt="2025-05-07T04:33:42.005" v="171" actId="14100"/>
      <pc:docMkLst>
        <pc:docMk/>
      </pc:docMkLst>
      <pc:sldChg chg="modSp mod">
        <pc:chgData name="Nguyen Tat Thang 20230002" userId="9c7bec86-9887-44fd-8eee-7b8376e2bbcc" providerId="ADAL" clId="{ECB7F1AE-24EA-4151-90DE-CE584E34CBE9}" dt="2025-05-07T02:55:42.476" v="48" actId="2711"/>
        <pc:sldMkLst>
          <pc:docMk/>
          <pc:sldMk cId="3332635090" sldId="266"/>
        </pc:sldMkLst>
      </pc:sldChg>
      <pc:sldChg chg="modSp mod">
        <pc:chgData name="Nguyen Tat Thang 20230002" userId="9c7bec86-9887-44fd-8eee-7b8376e2bbcc" providerId="ADAL" clId="{ECB7F1AE-24EA-4151-90DE-CE584E34CBE9}" dt="2025-05-07T02:41:40.792" v="28" actId="20577"/>
        <pc:sldMkLst>
          <pc:docMk/>
          <pc:sldMk cId="530418936" sldId="267"/>
        </pc:sldMkLst>
        <pc:spChg chg="mod">
          <ac:chgData name="Nguyen Tat Thang 20230002" userId="9c7bec86-9887-44fd-8eee-7b8376e2bbcc" providerId="ADAL" clId="{ECB7F1AE-24EA-4151-90DE-CE584E34CBE9}" dt="2025-05-07T02:41:40.792" v="28" actId="20577"/>
          <ac:spMkLst>
            <pc:docMk/>
            <pc:sldMk cId="530418936" sldId="267"/>
            <ac:spMk id="5" creationId="{3D9BF49B-7F33-A8E8-301A-016B18C0FF96}"/>
          </ac:spMkLst>
        </pc:spChg>
      </pc:sldChg>
      <pc:sldChg chg="modSp mod">
        <pc:chgData name="Nguyen Tat Thang 20230002" userId="9c7bec86-9887-44fd-8eee-7b8376e2bbcc" providerId="ADAL" clId="{ECB7F1AE-24EA-4151-90DE-CE584E34CBE9}" dt="2025-05-07T03:28:06.929" v="117" actId="20577"/>
        <pc:sldMkLst>
          <pc:docMk/>
          <pc:sldMk cId="2784905690" sldId="271"/>
        </pc:sldMkLst>
        <pc:graphicFrameChg chg="modGraphic">
          <ac:chgData name="Nguyen Tat Thang 20230002" userId="9c7bec86-9887-44fd-8eee-7b8376e2bbcc" providerId="ADAL" clId="{ECB7F1AE-24EA-4151-90DE-CE584E34CBE9}" dt="2025-05-07T03:28:06.929" v="117" actId="20577"/>
          <ac:graphicFrameMkLst>
            <pc:docMk/>
            <pc:sldMk cId="2784905690" sldId="271"/>
            <ac:graphicFrameMk id="5" creationId="{ED8E49B6-C0F0-7E73-6853-F25A65CBFCF2}"/>
          </ac:graphicFrameMkLst>
        </pc:graphicFrameChg>
      </pc:sldChg>
      <pc:sldChg chg="addSp delSp modSp mod">
        <pc:chgData name="Nguyen Tat Thang 20230002" userId="9c7bec86-9887-44fd-8eee-7b8376e2bbcc" providerId="ADAL" clId="{ECB7F1AE-24EA-4151-90DE-CE584E34CBE9}" dt="2025-05-07T03:18:41.233" v="83" actId="1076"/>
        <pc:sldMkLst>
          <pc:docMk/>
          <pc:sldMk cId="2743125545" sldId="272"/>
        </pc:sldMkLst>
        <pc:spChg chg="mod">
          <ac:chgData name="Nguyen Tat Thang 20230002" userId="9c7bec86-9887-44fd-8eee-7b8376e2bbcc" providerId="ADAL" clId="{ECB7F1AE-24EA-4151-90DE-CE584E34CBE9}" dt="2025-05-07T03:18:28.139" v="81" actId="1076"/>
          <ac:spMkLst>
            <pc:docMk/>
            <pc:sldMk cId="2743125545" sldId="272"/>
            <ac:spMk id="50" creationId="{CD22A896-79BB-ECD7-EA58-7CC56F3609EE}"/>
          </ac:spMkLst>
        </pc:spChg>
        <pc:spChg chg="mod">
          <ac:chgData name="Nguyen Tat Thang 20230002" userId="9c7bec86-9887-44fd-8eee-7b8376e2bbcc" providerId="ADAL" clId="{ECB7F1AE-24EA-4151-90DE-CE584E34CBE9}" dt="2025-05-07T03:18:41.233" v="83" actId="1076"/>
          <ac:spMkLst>
            <pc:docMk/>
            <pc:sldMk cId="2743125545" sldId="272"/>
            <ac:spMk id="51" creationId="{63B24222-C275-8D8E-2528-ABB8D4D436E0}"/>
          </ac:spMkLst>
        </pc:spChg>
        <pc:picChg chg="add mod">
          <ac:chgData name="Nguyen Tat Thang 20230002" userId="9c7bec86-9887-44fd-8eee-7b8376e2bbcc" providerId="ADAL" clId="{ECB7F1AE-24EA-4151-90DE-CE584E34CBE9}" dt="2025-05-07T03:18:18.343" v="80" actId="1076"/>
          <ac:picMkLst>
            <pc:docMk/>
            <pc:sldMk cId="2743125545" sldId="272"/>
            <ac:picMk id="9" creationId="{0ABD0E3F-2FC0-77E7-54A4-E0930A707FA2}"/>
          </ac:picMkLst>
        </pc:picChg>
        <pc:picChg chg="add mod">
          <ac:chgData name="Nguyen Tat Thang 20230002" userId="9c7bec86-9887-44fd-8eee-7b8376e2bbcc" providerId="ADAL" clId="{ECB7F1AE-24EA-4151-90DE-CE584E34CBE9}" dt="2025-05-07T03:18:31.608" v="82" actId="1076"/>
          <ac:picMkLst>
            <pc:docMk/>
            <pc:sldMk cId="2743125545" sldId="272"/>
            <ac:picMk id="20" creationId="{CF449766-2A67-25F1-6C70-1A46E5416FF0}"/>
          </ac:picMkLst>
        </pc:picChg>
      </pc:sldChg>
      <pc:sldChg chg="modSp mod">
        <pc:chgData name="Nguyen Tat Thang 20230002" userId="9c7bec86-9887-44fd-8eee-7b8376e2bbcc" providerId="ADAL" clId="{ECB7F1AE-24EA-4151-90DE-CE584E34CBE9}" dt="2025-05-07T03:28:37.649" v="122" actId="20577"/>
        <pc:sldMkLst>
          <pc:docMk/>
          <pc:sldMk cId="855541107" sldId="273"/>
        </pc:sldMkLst>
        <pc:graphicFrameChg chg="modGraphic">
          <ac:chgData name="Nguyen Tat Thang 20230002" userId="9c7bec86-9887-44fd-8eee-7b8376e2bbcc" providerId="ADAL" clId="{ECB7F1AE-24EA-4151-90DE-CE584E34CBE9}" dt="2025-05-07T03:28:37.649" v="122" actId="20577"/>
          <ac:graphicFrameMkLst>
            <pc:docMk/>
            <pc:sldMk cId="855541107" sldId="273"/>
            <ac:graphicFrameMk id="65" creationId="{D0745639-35F7-A5C5-075E-25749DD39BE4}"/>
          </ac:graphicFrameMkLst>
        </pc:graphicFrameChg>
      </pc:sldChg>
      <pc:sldChg chg="modSp mod">
        <pc:chgData name="Nguyen Tat Thang 20230002" userId="9c7bec86-9887-44fd-8eee-7b8376e2bbcc" providerId="ADAL" clId="{ECB7F1AE-24EA-4151-90DE-CE584E34CBE9}" dt="2025-05-07T04:09:38.652" v="167" actId="20577"/>
        <pc:sldMkLst>
          <pc:docMk/>
          <pc:sldMk cId="21350284" sldId="274"/>
        </pc:sldMkLst>
        <pc:spChg chg="mod">
          <ac:chgData name="Nguyen Tat Thang 20230002" userId="9c7bec86-9887-44fd-8eee-7b8376e2bbcc" providerId="ADAL" clId="{ECB7F1AE-24EA-4151-90DE-CE584E34CBE9}" dt="2025-05-07T04:09:38.652" v="167" actId="20577"/>
          <ac:spMkLst>
            <pc:docMk/>
            <pc:sldMk cId="21350284" sldId="274"/>
            <ac:spMk id="7" creationId="{FA5EA0BD-BC25-3365-F9A2-14D6FBD89FC9}"/>
          </ac:spMkLst>
        </pc:spChg>
        <pc:spChg chg="mod">
          <ac:chgData name="Nguyen Tat Thang 20230002" userId="9c7bec86-9887-44fd-8eee-7b8376e2bbcc" providerId="ADAL" clId="{ECB7F1AE-24EA-4151-90DE-CE584E34CBE9}" dt="2025-05-07T03:41:49.337" v="138" actId="114"/>
          <ac:spMkLst>
            <pc:docMk/>
            <pc:sldMk cId="21350284" sldId="274"/>
            <ac:spMk id="8" creationId="{5700849B-28AB-2853-F655-DF0C78C44254}"/>
          </ac:spMkLst>
        </pc:spChg>
      </pc:sldChg>
      <pc:sldChg chg="modSp mod">
        <pc:chgData name="Nguyen Tat Thang 20230002" userId="9c7bec86-9887-44fd-8eee-7b8376e2bbcc" providerId="ADAL" clId="{ECB7F1AE-24EA-4151-90DE-CE584E34CBE9}" dt="2025-05-07T02:43:18.501" v="33" actId="1076"/>
        <pc:sldMkLst>
          <pc:docMk/>
          <pc:sldMk cId="2676180490" sldId="275"/>
        </pc:sldMkLst>
        <pc:graphicFrameChg chg="mod modGraphic">
          <ac:chgData name="Nguyen Tat Thang 20230002" userId="9c7bec86-9887-44fd-8eee-7b8376e2bbcc" providerId="ADAL" clId="{ECB7F1AE-24EA-4151-90DE-CE584E34CBE9}" dt="2025-05-07T02:43:18.501" v="33" actId="1076"/>
          <ac:graphicFrameMkLst>
            <pc:docMk/>
            <pc:sldMk cId="2676180490" sldId="275"/>
            <ac:graphicFrameMk id="5" creationId="{7D5BDB1B-5152-862C-7D1E-290D64977E9D}"/>
          </ac:graphicFrameMkLst>
        </pc:graphicFrameChg>
      </pc:sldChg>
      <pc:sldChg chg="addSp delSp modSp mod">
        <pc:chgData name="Nguyen Tat Thang 20230002" userId="9c7bec86-9887-44fd-8eee-7b8376e2bbcc" providerId="ADAL" clId="{ECB7F1AE-24EA-4151-90DE-CE584E34CBE9}" dt="2025-05-07T03:44:50.513" v="165" actId="962"/>
        <pc:sldMkLst>
          <pc:docMk/>
          <pc:sldMk cId="3281373410" sldId="277"/>
        </pc:sldMkLst>
      </pc:sldChg>
      <pc:sldChg chg="modSp mod">
        <pc:chgData name="Nguyen Tat Thang 20230002" userId="9c7bec86-9887-44fd-8eee-7b8376e2bbcc" providerId="ADAL" clId="{ECB7F1AE-24EA-4151-90DE-CE584E34CBE9}" dt="2025-05-07T04:33:42.005" v="171" actId="14100"/>
        <pc:sldMkLst>
          <pc:docMk/>
          <pc:sldMk cId="3207026772" sldId="278"/>
        </pc:sldMkLst>
      </pc:sldChg>
      <pc:sldChg chg="modSp mod">
        <pc:chgData name="Nguyen Tat Thang 20230002" userId="9c7bec86-9887-44fd-8eee-7b8376e2bbcc" providerId="ADAL" clId="{ECB7F1AE-24EA-4151-90DE-CE584E34CBE9}" dt="2025-05-07T03:42:50.841" v="158" actId="20577"/>
        <pc:sldMkLst>
          <pc:docMk/>
          <pc:sldMk cId="3655977321" sldId="279"/>
        </pc:sldMkLst>
        <pc:graphicFrameChg chg="modGraphic">
          <ac:chgData name="Nguyen Tat Thang 20230002" userId="9c7bec86-9887-44fd-8eee-7b8376e2bbcc" providerId="ADAL" clId="{ECB7F1AE-24EA-4151-90DE-CE584E34CBE9}" dt="2025-05-07T03:42:50.841" v="158" actId="20577"/>
          <ac:graphicFrameMkLst>
            <pc:docMk/>
            <pc:sldMk cId="3655977321" sldId="279"/>
            <ac:graphicFrameMk id="5" creationId="{9FCF6378-FFC8-126E-DEF6-6F87544D3008}"/>
          </ac:graphicFrameMkLst>
        </pc:graphicFrameChg>
        <pc:graphicFrameChg chg="modGraphic">
          <ac:chgData name="Nguyen Tat Thang 20230002" userId="9c7bec86-9887-44fd-8eee-7b8376e2bbcc" providerId="ADAL" clId="{ECB7F1AE-24EA-4151-90DE-CE584E34CBE9}" dt="2025-05-07T03:42:30.468" v="153" actId="20577"/>
          <ac:graphicFrameMkLst>
            <pc:docMk/>
            <pc:sldMk cId="3655977321" sldId="279"/>
            <ac:graphicFrameMk id="8" creationId="{5F658144-CC03-C6CE-BD55-167B934BC5FE}"/>
          </ac:graphicFrameMkLst>
        </pc:graphicFrame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5T21:01:27.056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60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53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CAEE6-9B4A-4050-38D5-D000DA65A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8F729-2F63-0A9B-8FCA-245B13262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70555-8683-28DF-BFEE-CD2CF3A1C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3A21F-8E7F-9B2A-D599-AACC9B0BE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698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239F-FFB8-7A0E-D14B-25841C0CF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6B1EE-AFBB-0E46-75A6-F5886517C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63B98-3826-47CB-D04F-3BC62EAB1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AB7EF-9C30-1493-EAD2-6D110155E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73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7E5A3-AED1-3145-48D9-BEAE870E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C67385-A753-CA95-FABA-E7EF3E64E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3DFB8-668B-0D0D-64E4-D93570A16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0CBD6-0898-1D9A-23FE-717815DD2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73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AF26-218E-9C9C-4901-6FF52C5BF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F4732-A707-1E57-1B7A-C84366CE0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28608-CADF-F14C-827E-D37CB2D48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4E706-F80E-2B7F-16CD-F265DE841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63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A594-4A65-471F-A726-3DB6B2F0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5B431-8186-3277-42F9-8CFB8D137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71590-FD89-BA42-0B08-5E2BA634D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BA970-AFA2-146F-9B9C-DAEC0D89A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1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6F0A-C26B-4BAD-1040-3B5A4AA3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06A21-5DA2-4C33-C354-011D27F49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57E0B-0C60-B5E2-AF22-6B2AC4AD6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6FED0-739A-01F3-4FC6-88ABB2CC0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03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6/9/2025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6/9/2025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6/9/2025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6" y="1414465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40" y="1032512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6/9/2025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6/9/2025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6/9/2025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8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7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1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7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6/9/2025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7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7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9" y="2461848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49" r:id="rId9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Text&#10;&#10;Description automatically generated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38" y="284379"/>
            <a:ext cx="3174367" cy="1153516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2" y="2731095"/>
            <a:ext cx="9373593" cy="10691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 dirty="0" err="1">
                <a:latin typeface="Times  New Roman"/>
              </a:rPr>
              <a:t>Thiết</a:t>
            </a:r>
            <a:r>
              <a:rPr lang="en-US" sz="3600" dirty="0">
                <a:latin typeface="Times  New Roman"/>
              </a:rPr>
              <a:t> </a:t>
            </a:r>
            <a:r>
              <a:rPr lang="en-US" sz="3600" dirty="0" err="1">
                <a:latin typeface="Times  New Roman"/>
              </a:rPr>
              <a:t>kế</a:t>
            </a:r>
            <a:r>
              <a:rPr lang="en-US" sz="3600" dirty="0">
                <a:latin typeface="Times  New Roman"/>
              </a:rPr>
              <a:t> </a:t>
            </a:r>
            <a:r>
              <a:rPr lang="en-US" sz="3600" dirty="0" err="1">
                <a:latin typeface="Times  New Roman"/>
              </a:rPr>
              <a:t>mạch</a:t>
            </a:r>
            <a:r>
              <a:rPr lang="en-US" sz="3600" dirty="0">
                <a:latin typeface="Times  New Roman"/>
              </a:rPr>
              <a:t> </a:t>
            </a:r>
            <a:r>
              <a:rPr lang="en-US" sz="3600" dirty="0" err="1">
                <a:latin typeface="Times  New Roman"/>
              </a:rPr>
              <a:t>đồng</a:t>
            </a:r>
            <a:r>
              <a:rPr lang="en-US" sz="3600" dirty="0">
                <a:latin typeface="Times  New Roman"/>
              </a:rPr>
              <a:t> </a:t>
            </a:r>
            <a:r>
              <a:rPr lang="en-US" sz="3600" dirty="0" err="1">
                <a:latin typeface="Times  New Roman"/>
              </a:rPr>
              <a:t>hồ</a:t>
            </a:r>
            <a:r>
              <a:rPr lang="en-US" sz="3600" dirty="0">
                <a:latin typeface="Times  New Roman"/>
              </a:rPr>
              <a:t> </a:t>
            </a:r>
            <a:r>
              <a:rPr lang="en-US" sz="3600" dirty="0" err="1">
                <a:latin typeface="Times  New Roman"/>
              </a:rPr>
              <a:t>sử</a:t>
            </a:r>
            <a:r>
              <a:rPr lang="en-US" sz="3600" dirty="0">
                <a:latin typeface="Times  New Roman"/>
              </a:rPr>
              <a:t> </a:t>
            </a:r>
            <a:r>
              <a:rPr lang="en-US" sz="3600" dirty="0" err="1">
                <a:latin typeface="Times  New Roman"/>
              </a:rPr>
              <a:t>dụng</a:t>
            </a:r>
            <a:r>
              <a:rPr lang="en-US" sz="3600" dirty="0">
                <a:latin typeface="Times  New Roman"/>
              </a:rPr>
              <a:t> IC </a:t>
            </a:r>
            <a:r>
              <a:rPr lang="en-US" sz="3600" dirty="0" err="1">
                <a:latin typeface="Times  New Roman"/>
              </a:rPr>
              <a:t>số</a:t>
            </a:r>
            <a:endParaRPr lang="en-US" sz="3600" dirty="0">
              <a:latin typeface="Times  New Roman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534117" y="3800212"/>
            <a:ext cx="4913335" cy="2331721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vi-V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2000" b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</a:rPr>
              <a:t>     Nguyễn Mạnh Dũng - 20232026</a:t>
            </a:r>
          </a:p>
          <a:p>
            <a:r>
              <a:rPr lang="en-US" sz="2000" b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</a:rPr>
              <a:t>     Nguyễn Minh Đức - 20230005</a:t>
            </a:r>
            <a:endParaRPr lang="en-US" sz="2000" b="0" dirty="0">
              <a:latin typeface="Times New Roman" panose="02020603050405020304" pitchFamily="18" charset="0"/>
              <a:ea typeface="Lato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vi-VN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: 7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vi-VN" sz="2000" b="0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</a:rPr>
              <a:t>Mã lớp</a:t>
            </a:r>
            <a:r>
              <a:rPr lang="en-US" sz="2000" b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</a:rPr>
              <a:t>: 157031</a:t>
            </a:r>
            <a:endParaRPr lang="en-US"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7D9E9E81-6333-62EC-B002-4363F51B99B0}"/>
              </a:ext>
            </a:extLst>
          </p:cNvPr>
          <p:cNvSpPr txBox="1">
            <a:spLocks/>
          </p:cNvSpPr>
          <p:nvPr/>
        </p:nvSpPr>
        <p:spPr>
          <a:xfrm>
            <a:off x="386632" y="1644242"/>
            <a:ext cx="7342483" cy="9656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2400" b="0" dirty="0"/>
              <a:t>BÁO CÁO DỰ ÁN</a:t>
            </a:r>
          </a:p>
          <a:p>
            <a:pPr>
              <a:lnSpc>
                <a:spcPct val="110000"/>
              </a:lnSpc>
            </a:pPr>
            <a:r>
              <a:rPr lang="vi-VN" sz="2400" dirty="0">
                <a:latin typeface="+mj-lt"/>
              </a:rPr>
              <a:t>Môn học: </a:t>
            </a:r>
            <a:r>
              <a:rPr lang="en-US" sz="2400" dirty="0" err="1">
                <a:latin typeface="Times  New Roman"/>
              </a:rPr>
              <a:t>Thiết</a:t>
            </a:r>
            <a:r>
              <a:rPr lang="en-US" sz="2400" dirty="0">
                <a:latin typeface="Times  New Roman"/>
              </a:rPr>
              <a:t> </a:t>
            </a:r>
            <a:r>
              <a:rPr lang="en-US" sz="2400" dirty="0" err="1">
                <a:latin typeface="Times  New Roman"/>
              </a:rPr>
              <a:t>kế</a:t>
            </a:r>
            <a:r>
              <a:rPr lang="en-US" sz="2400" dirty="0">
                <a:latin typeface="Times  New Roman"/>
              </a:rPr>
              <a:t> </a:t>
            </a:r>
            <a:r>
              <a:rPr lang="en-US" sz="2400" dirty="0" err="1">
                <a:latin typeface="Times  New Roman"/>
              </a:rPr>
              <a:t>hệ</a:t>
            </a:r>
            <a:r>
              <a:rPr lang="en-US" sz="2400" dirty="0">
                <a:latin typeface="Times  New Roman"/>
              </a:rPr>
              <a:t> </a:t>
            </a:r>
            <a:r>
              <a:rPr lang="en-US" sz="2400" dirty="0" err="1">
                <a:latin typeface="Times  New Roman"/>
              </a:rPr>
              <a:t>thống</a:t>
            </a:r>
            <a:r>
              <a:rPr lang="en-US" sz="2400" dirty="0">
                <a:latin typeface="Times  New Roman"/>
              </a:rPr>
              <a:t> </a:t>
            </a:r>
            <a:r>
              <a:rPr lang="en-US" sz="2400" dirty="0" err="1">
                <a:latin typeface="Times  New Roman"/>
              </a:rPr>
              <a:t>số</a:t>
            </a:r>
            <a:endParaRPr lang="en-US" sz="2400" dirty="0">
              <a:latin typeface="Times 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5CA9-EBC2-CC1E-2A82-E267B4512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833338-3107-ECFB-C8E5-6F818592815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7149" y="1248325"/>
            <a:ext cx="7391400" cy="5205412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vi-VN" sz="3200" dirty="0">
                <a:latin typeface="+mj-lt"/>
              </a:rPr>
              <a:t>Giới thiệu</a:t>
            </a:r>
            <a:endParaRPr lang="en-US" sz="3200" dirty="0">
              <a:latin typeface="+mj-lt"/>
            </a:endParaRP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vi-VN" sz="3200" dirty="0">
                <a:latin typeface="+mj-lt"/>
              </a:rPr>
              <a:t>Phân tích lý thuyết</a:t>
            </a:r>
            <a:endParaRPr lang="en-US" sz="3200" dirty="0">
              <a:latin typeface="+mj-lt"/>
            </a:endParaRP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vi-VN" sz="3200" dirty="0">
                <a:latin typeface="+mj-lt"/>
              </a:rPr>
              <a:t>Kết quả mô phỏng</a:t>
            </a:r>
            <a:endParaRPr lang="en-US" sz="3200" dirty="0">
              <a:latin typeface="+mj-lt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AutoNum type="romanUcPeriod"/>
            </a:pPr>
            <a:r>
              <a:rPr lang="vi-VN" sz="3200" dirty="0">
                <a:latin typeface="+mj-lt"/>
              </a:rPr>
              <a:t>Kết quả thực nghiệm </a:t>
            </a:r>
            <a:endParaRPr lang="en-US" sz="3200" dirty="0">
              <a:latin typeface="+mj-lt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AutoNum type="romanUcPeriod"/>
            </a:pPr>
            <a:r>
              <a:rPr lang="vi-VN" sz="3200" dirty="0">
                <a:latin typeface="+mj-lt"/>
              </a:rPr>
              <a:t>Kết luận</a:t>
            </a:r>
            <a:endParaRPr lang="en-US" sz="3200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2C1A1B-8397-FAD7-7060-2EE36D8B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149" y="574608"/>
            <a:ext cx="7391400" cy="436098"/>
          </a:xfrm>
        </p:spPr>
        <p:txBody>
          <a:bodyPr/>
          <a:lstStyle/>
          <a:p>
            <a:r>
              <a:rPr lang="vi-VN" sz="3600" dirty="0">
                <a:latin typeface="+mj-lt"/>
              </a:rPr>
              <a:t>Mục lục</a:t>
            </a:r>
            <a:endParaRPr lang="en-US" sz="36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60067-D173-4291-8781-CD91AA43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90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73B44-A869-1FAF-409B-AFC2C220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4F07-8B38-9018-D3AD-CB5CFE9E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36" y="118675"/>
            <a:ext cx="11514528" cy="436098"/>
          </a:xfrm>
        </p:spPr>
        <p:txBody>
          <a:bodyPr/>
          <a:lstStyle/>
          <a:p>
            <a:r>
              <a:rPr lang="vi-VN" dirty="0">
                <a:latin typeface="+mj-lt"/>
              </a:rPr>
              <a:t>Sơ đồ khối của </a:t>
            </a:r>
            <a:r>
              <a:rPr lang="en-US" dirty="0" err="1">
                <a:latin typeface="Times  New Roman"/>
              </a:rPr>
              <a:t>mạch</a:t>
            </a:r>
            <a:r>
              <a:rPr lang="en-US" dirty="0">
                <a:latin typeface="Times  New Roman"/>
              </a:rPr>
              <a:t> </a:t>
            </a:r>
            <a:r>
              <a:rPr lang="en-US" dirty="0" err="1">
                <a:latin typeface="Times  New Roman"/>
              </a:rPr>
              <a:t>đồng</a:t>
            </a:r>
            <a:r>
              <a:rPr lang="en-US" dirty="0">
                <a:latin typeface="Times  New Roman"/>
              </a:rPr>
              <a:t> </a:t>
            </a:r>
            <a:r>
              <a:rPr lang="en-US" dirty="0" err="1">
                <a:latin typeface="Times  New Roman"/>
              </a:rPr>
              <a:t>hồ</a:t>
            </a:r>
            <a:endParaRPr lang="en-US" dirty="0">
              <a:latin typeface="Times  New Roman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E32D8-B97E-3199-4BC5-9CA79E50C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4DBE8A7-C37A-752E-818B-B104551066E4}"/>
              </a:ext>
            </a:extLst>
          </p:cNvPr>
          <p:cNvGrpSpPr/>
          <p:nvPr/>
        </p:nvGrpSpPr>
        <p:grpSpPr>
          <a:xfrm>
            <a:off x="8598871" y="112543"/>
            <a:ext cx="3413515" cy="436098"/>
            <a:chOff x="5763073" y="3117353"/>
            <a:chExt cx="3413515" cy="436098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8CB6352F-FF87-7B03-DEF7-E04751E84BD5}"/>
                </a:ext>
              </a:extLst>
            </p:cNvPr>
            <p:cNvSpPr/>
            <p:nvPr/>
          </p:nvSpPr>
          <p:spPr>
            <a:xfrm>
              <a:off x="8285946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V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35315F14-F414-8820-05FF-497E46FD46ED}"/>
                </a:ext>
              </a:extLst>
            </p:cNvPr>
            <p:cNvSpPr/>
            <p:nvPr/>
          </p:nvSpPr>
          <p:spPr>
            <a:xfrm>
              <a:off x="763434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IV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C7AA7A61-B2AB-7108-D685-7AE72D4FECD7}"/>
                </a:ext>
              </a:extLst>
            </p:cNvPr>
            <p:cNvSpPr/>
            <p:nvPr/>
          </p:nvSpPr>
          <p:spPr>
            <a:xfrm>
              <a:off x="7010586" y="3119267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III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25D477B3-EEAD-9770-0FDF-0D863DA6BA2F}"/>
                </a:ext>
              </a:extLst>
            </p:cNvPr>
            <p:cNvSpPr/>
            <p:nvPr/>
          </p:nvSpPr>
          <p:spPr>
            <a:xfrm>
              <a:off x="6378629" y="3117353"/>
              <a:ext cx="890642" cy="434184"/>
            </a:xfrm>
            <a:prstGeom prst="homePlate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C6A3F7D8-FDC7-C3A5-55CB-90E506C119EA}"/>
                </a:ext>
              </a:extLst>
            </p:cNvPr>
            <p:cNvSpPr/>
            <p:nvPr/>
          </p:nvSpPr>
          <p:spPr>
            <a:xfrm>
              <a:off x="576307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</a:t>
              </a: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7A5382-4B32-2436-6FE1-B14149A5A729}"/>
              </a:ext>
            </a:extLst>
          </p:cNvPr>
          <p:cNvSpPr/>
          <p:nvPr/>
        </p:nvSpPr>
        <p:spPr>
          <a:xfrm>
            <a:off x="1679795" y="1382414"/>
            <a:ext cx="1818640" cy="137245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Khối </a:t>
            </a:r>
            <a:r>
              <a:rPr lang="en-US" sz="2400" dirty="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1: </a:t>
            </a:r>
            <a:r>
              <a:rPr lang="en-US" sz="2400" dirty="0" err="1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Tạo</a:t>
            </a:r>
            <a:r>
              <a:rPr lang="en-US" sz="2400" dirty="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xung</a:t>
            </a:r>
            <a:endParaRPr lang="en-US" sz="2400" dirty="0">
              <a:solidFill>
                <a:schemeClr val="tx1"/>
              </a:solidFill>
              <a:latin typeface="Times  New Roman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C832F2-18BE-15BE-D5A8-5D359EC3B982}"/>
              </a:ext>
            </a:extLst>
          </p:cNvPr>
          <p:cNvSpPr/>
          <p:nvPr/>
        </p:nvSpPr>
        <p:spPr>
          <a:xfrm>
            <a:off x="4222361" y="1410061"/>
            <a:ext cx="1818640" cy="135636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Khối </a:t>
            </a:r>
            <a:r>
              <a:rPr lang="en-US" sz="2400" dirty="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: Mã hóa</a:t>
            </a:r>
            <a:endParaRPr lang="en-US" sz="2400" dirty="0">
              <a:solidFill>
                <a:schemeClr val="tx1"/>
              </a:solidFill>
              <a:latin typeface="Times  New Roman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9BF49B-7F33-A8E8-301A-016B18C0FF96}"/>
              </a:ext>
            </a:extLst>
          </p:cNvPr>
          <p:cNvSpPr/>
          <p:nvPr/>
        </p:nvSpPr>
        <p:spPr>
          <a:xfrm>
            <a:off x="9156511" y="1457779"/>
            <a:ext cx="1818640" cy="135636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Khối </a:t>
            </a:r>
            <a:r>
              <a:rPr lang="en-US" sz="2400" dirty="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4: LED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3D5E88-59DA-72EB-F547-6B633655AB05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498435" y="2068640"/>
            <a:ext cx="723926" cy="196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1466566-2AF2-80F5-F3A5-A845997AF0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8736" y="3581482"/>
            <a:ext cx="11514529" cy="2625948"/>
          </a:xfrm>
        </p:spPr>
        <p:txBody>
          <a:bodyPr/>
          <a:lstStyle/>
          <a:p>
            <a:r>
              <a:rPr lang="en-US" sz="2400"/>
              <a:t>Block 1: Tạo xung vuông liên tục ở tần số 1Hz.</a:t>
            </a:r>
          </a:p>
          <a:p>
            <a:r>
              <a:rPr lang="en-US" sz="2400"/>
              <a:t>Block 2: Mã hóa các tín hiệu đầu vào thành mã nhị phân.</a:t>
            </a:r>
          </a:p>
          <a:p>
            <a:r>
              <a:rPr lang="en-US" sz="2400"/>
              <a:t>Block 3: Giải mã tín hiệu nhị phân nhận được từ Encoder thành dạng phù hợp để điều khiển thiết bị hiển thị.</a:t>
            </a:r>
          </a:p>
          <a:p>
            <a:r>
              <a:rPr lang="en-US" sz="2400"/>
              <a:t>Block 4: Đây là khối hiển thị - Sử dụng LED 7 đoạn để biễu diễn thông tin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C1D49-CE3E-5B44-7509-219F2FEBD1AF}"/>
              </a:ext>
            </a:extLst>
          </p:cNvPr>
          <p:cNvSpPr txBox="1"/>
          <p:nvPr/>
        </p:nvSpPr>
        <p:spPr>
          <a:xfrm>
            <a:off x="4222361" y="2903301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+mj-lt"/>
              </a:rPr>
              <a:t>Hình</a:t>
            </a:r>
            <a:r>
              <a:rPr lang="vi-VN">
                <a:latin typeface="+mj-lt"/>
              </a:rPr>
              <a:t> </a:t>
            </a:r>
            <a:r>
              <a:rPr lang="vi-VN" dirty="0">
                <a:latin typeface="+mj-lt"/>
              </a:rPr>
              <a:t>2.1. Sơ đồ khối của mạch điện</a:t>
            </a:r>
            <a:endParaRPr lang="en-US" i="1" dirty="0">
              <a:latin typeface="+mj-lt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7" name="Rectangle: Rounded Corners 3">
            <a:extLst>
              <a:ext uri="{FF2B5EF4-FFF2-40B4-BE49-F238E27FC236}">
                <a16:creationId xmlns:a16="http://schemas.microsoft.com/office/drawing/2014/main" id="{94251BC6-F59E-D548-EFD9-B21EFE8D73F8}"/>
              </a:ext>
            </a:extLst>
          </p:cNvPr>
          <p:cNvSpPr/>
          <p:nvPr/>
        </p:nvSpPr>
        <p:spPr>
          <a:xfrm>
            <a:off x="6687333" y="1456759"/>
            <a:ext cx="1818640" cy="135636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Khối </a:t>
            </a:r>
            <a:r>
              <a:rPr lang="en-US" sz="2400" dirty="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3</a:t>
            </a:r>
            <a:r>
              <a:rPr lang="en-US" sz="2400">
                <a:solidFill>
                  <a:schemeClr val="tx1"/>
                </a:solidFill>
                <a:latin typeface="Times  New Roman"/>
                <a:ea typeface="Lato" panose="020F0502020204030203" pitchFamily="34" charset="0"/>
                <a:cs typeface="Lato" panose="020F0502020204030203" pitchFamily="34" charset="0"/>
              </a:rPr>
              <a:t>: Giải mã</a:t>
            </a:r>
            <a:endParaRPr lang="en-US" sz="2400" dirty="0">
              <a:solidFill>
                <a:schemeClr val="tx1"/>
              </a:solidFill>
              <a:latin typeface="Times  New Roman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26AAF5DA-215B-3D61-1ADD-45C399B15F62}"/>
              </a:ext>
            </a:extLst>
          </p:cNvPr>
          <p:cNvCxnSpPr>
            <a:cxnSpLocks/>
          </p:cNvCxnSpPr>
          <p:nvPr/>
        </p:nvCxnSpPr>
        <p:spPr>
          <a:xfrm>
            <a:off x="6041001" y="2080195"/>
            <a:ext cx="650538" cy="8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7">
            <a:extLst>
              <a:ext uri="{FF2B5EF4-FFF2-40B4-BE49-F238E27FC236}">
                <a16:creationId xmlns:a16="http://schemas.microsoft.com/office/drawing/2014/main" id="{212FD7E9-B22F-AB8F-1716-97C637A925A4}"/>
              </a:ext>
            </a:extLst>
          </p:cNvPr>
          <p:cNvCxnSpPr>
            <a:cxnSpLocks/>
          </p:cNvCxnSpPr>
          <p:nvPr/>
        </p:nvCxnSpPr>
        <p:spPr>
          <a:xfrm>
            <a:off x="8505973" y="2126894"/>
            <a:ext cx="650538" cy="80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418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CC745-DCBE-0602-7B5C-5F6A0FF2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E7F62-787F-800F-8EC3-17AFBBCD9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 New Roman"/>
              </a:rPr>
              <a:t>Khối </a:t>
            </a:r>
            <a:r>
              <a:rPr lang="en-US" dirty="0">
                <a:latin typeface="Times  New Roman"/>
              </a:rPr>
              <a:t>1: </a:t>
            </a:r>
            <a:r>
              <a:rPr lang="en-US" dirty="0" err="1">
                <a:latin typeface="Times  New Roman"/>
              </a:rPr>
              <a:t>Mạch</a:t>
            </a:r>
            <a:r>
              <a:rPr lang="en-US" dirty="0">
                <a:latin typeface="Times  New Roman"/>
              </a:rPr>
              <a:t> </a:t>
            </a:r>
            <a:r>
              <a:rPr lang="en-US" dirty="0" err="1">
                <a:latin typeface="Times  New Roman"/>
              </a:rPr>
              <a:t>tạo</a:t>
            </a:r>
            <a:r>
              <a:rPr lang="en-US" dirty="0">
                <a:latin typeface="Times  New Roman"/>
              </a:rPr>
              <a:t> </a:t>
            </a:r>
            <a:r>
              <a:rPr lang="en-US" dirty="0" err="1">
                <a:latin typeface="Times  New Roman"/>
              </a:rPr>
              <a:t>xung</a:t>
            </a:r>
            <a:r>
              <a:rPr lang="en-US" dirty="0">
                <a:latin typeface="Times  New Roman"/>
              </a:rPr>
              <a:t> (NE555)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BF7F9-BEA5-AF3B-19E9-5D1AEF72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0D343F-3165-9804-5093-CA8DC552870A}"/>
              </a:ext>
            </a:extLst>
          </p:cNvPr>
          <p:cNvGrpSpPr/>
          <p:nvPr/>
        </p:nvGrpSpPr>
        <p:grpSpPr>
          <a:xfrm>
            <a:off x="8598871" y="112543"/>
            <a:ext cx="3413515" cy="436098"/>
            <a:chOff x="5763073" y="3117353"/>
            <a:chExt cx="3413515" cy="436098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03963251-E99F-E0FE-6F2F-1F920B03E667}"/>
                </a:ext>
              </a:extLst>
            </p:cNvPr>
            <p:cNvSpPr/>
            <p:nvPr/>
          </p:nvSpPr>
          <p:spPr>
            <a:xfrm>
              <a:off x="8285946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V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EA420069-7D1C-D877-7275-D669468D0520}"/>
                </a:ext>
              </a:extLst>
            </p:cNvPr>
            <p:cNvSpPr/>
            <p:nvPr/>
          </p:nvSpPr>
          <p:spPr>
            <a:xfrm>
              <a:off x="763434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IV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63B884F6-1910-7C48-A178-10C3B24A05C1}"/>
                </a:ext>
              </a:extLst>
            </p:cNvPr>
            <p:cNvSpPr/>
            <p:nvPr/>
          </p:nvSpPr>
          <p:spPr>
            <a:xfrm>
              <a:off x="7010586" y="3119267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III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C8894F9B-10D8-3EC4-1674-A19603358AE1}"/>
                </a:ext>
              </a:extLst>
            </p:cNvPr>
            <p:cNvSpPr/>
            <p:nvPr/>
          </p:nvSpPr>
          <p:spPr>
            <a:xfrm>
              <a:off x="6378629" y="3117353"/>
              <a:ext cx="890642" cy="434184"/>
            </a:xfrm>
            <a:prstGeom prst="homePlate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58F11E7E-7093-CE49-A2EA-DD6B3CF7EAC1}"/>
                </a:ext>
              </a:extLst>
            </p:cNvPr>
            <p:cNvSpPr/>
            <p:nvPr/>
          </p:nvSpPr>
          <p:spPr>
            <a:xfrm>
              <a:off x="576307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5877436"/>
                  </p:ext>
                </p:extLst>
              </p:nvPr>
            </p:nvGraphicFramePr>
            <p:xfrm>
              <a:off x="206477" y="892704"/>
              <a:ext cx="5455111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1485">
                      <a:extLst>
                        <a:ext uri="{9D8B030D-6E8A-4147-A177-3AD203B41FA5}">
                          <a16:colId xmlns:a16="http://schemas.microsoft.com/office/drawing/2014/main" val="2919490877"/>
                        </a:ext>
                      </a:extLst>
                    </a:gridCol>
                    <a:gridCol w="2723626">
                      <a:extLst>
                        <a:ext uri="{9D8B030D-6E8A-4147-A177-3AD203B41FA5}">
                          <a16:colId xmlns:a16="http://schemas.microsoft.com/office/drawing/2014/main" val="99886110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Parameters</a:t>
                          </a:r>
                        </a:p>
                      </a:txBody>
                      <a:tcPr anchor="ctr">
                        <a:solidFill>
                          <a:srgbClr val="00336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Value</a:t>
                          </a:r>
                        </a:p>
                      </a:txBody>
                      <a:tcPr anchor="ctr">
                        <a:solidFill>
                          <a:srgbClr val="0033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489607"/>
                      </a:ext>
                    </a:extLst>
                  </a:tr>
                  <a:tr h="4542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10 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ato" panose="020F0502020204030203" pitchFamily="34" charset="0"/>
                                  </a:rPr>
                                  <m:t>𝜇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Lato" panose="020F0502020204030203" pitchFamily="34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59986361"/>
                      </a:ext>
                    </a:extLst>
                  </a:tr>
                  <a:tr h="4542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22 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en-US" sz="2400" i="0" dirty="0"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1825762"/>
                      </a:ext>
                    </a:extLst>
                  </a:tr>
                  <a:tr h="45422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100 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Ω</m:t>
                                </m:r>
                              </m:oMath>
                            </m:oMathPara>
                          </a14:m>
                          <a:endParaRPr lang="en-US" sz="2400" i="0" dirty="0"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223681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5877436"/>
                  </p:ext>
                </p:extLst>
              </p:nvPr>
            </p:nvGraphicFramePr>
            <p:xfrm>
              <a:off x="206477" y="892704"/>
              <a:ext cx="5455111" cy="1828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1485">
                      <a:extLst>
                        <a:ext uri="{9D8B030D-6E8A-4147-A177-3AD203B41FA5}">
                          <a16:colId xmlns:a16="http://schemas.microsoft.com/office/drawing/2014/main" val="2919490877"/>
                        </a:ext>
                      </a:extLst>
                    </a:gridCol>
                    <a:gridCol w="2723626">
                      <a:extLst>
                        <a:ext uri="{9D8B030D-6E8A-4147-A177-3AD203B41FA5}">
                          <a16:colId xmlns:a16="http://schemas.microsoft.com/office/drawing/2014/main" val="998861109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Parameters</a:t>
                          </a:r>
                        </a:p>
                      </a:txBody>
                      <a:tcPr anchor="ctr">
                        <a:solidFill>
                          <a:srgbClr val="00336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Value</a:t>
                          </a:r>
                        </a:p>
                      </a:txBody>
                      <a:tcPr anchor="ctr">
                        <a:solidFill>
                          <a:srgbClr val="0033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048960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3" t="-109211" r="-100445" b="-2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71" t="-109211" r="-895" b="-201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998636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3" t="-212000" r="-10044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71" t="-212000" r="-895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182576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3" t="-312000" r="-10044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671" t="-312000" r="-895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23681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E038B76-ED61-A6FD-730D-9D64156EE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35" y="1019215"/>
            <a:ext cx="3087297" cy="45543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B76699-CC47-2008-9F77-E76D51352F34}"/>
                  </a:ext>
                </a:extLst>
              </p:cNvPr>
              <p:cNvSpPr txBox="1"/>
              <p:nvPr/>
            </p:nvSpPr>
            <p:spPr>
              <a:xfrm>
                <a:off x="-113968" y="4248715"/>
                <a:ext cx="6096000" cy="720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2000">
                  <a:latin typeface="Times 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B76699-CC47-2008-9F77-E76D51352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3968" y="4248715"/>
                <a:ext cx="6096000" cy="7208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0C1729-2539-754B-ADCB-02F13260881D}"/>
                  </a:ext>
                </a:extLst>
              </p:cNvPr>
              <p:cNvSpPr txBox="1"/>
              <p:nvPr/>
            </p:nvSpPr>
            <p:spPr>
              <a:xfrm>
                <a:off x="411581" y="3556076"/>
                <a:ext cx="389896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ố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đầ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à:</m:t>
                      </m:r>
                    </m:oMath>
                  </m:oMathPara>
                </a14:m>
                <a:endParaRPr lang="en-US" sz="2400">
                  <a:latin typeface="Times  New Roman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0C1729-2539-754B-ADCB-02F132608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81" y="3556076"/>
                <a:ext cx="3898967" cy="369332"/>
              </a:xfrm>
              <a:prstGeom prst="rect">
                <a:avLst/>
              </a:prstGeom>
              <a:blipFill>
                <a:blip r:embed="rId6"/>
                <a:stretch>
                  <a:fillRect l="-3130" r="-1721" b="-3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997E8C3-183A-1EE8-88D9-0D60E2139F36}"/>
              </a:ext>
            </a:extLst>
          </p:cNvPr>
          <p:cNvSpPr txBox="1"/>
          <p:nvPr/>
        </p:nvSpPr>
        <p:spPr>
          <a:xfrm>
            <a:off x="9028744" y="5765906"/>
            <a:ext cx="2870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Hình 2.2 Mô phỏng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8E1639-1E15-5E94-BD59-8E26228CD82F}"/>
              </a:ext>
            </a:extLst>
          </p:cNvPr>
          <p:cNvSpPr txBox="1"/>
          <p:nvPr/>
        </p:nvSpPr>
        <p:spPr>
          <a:xfrm>
            <a:off x="338736" y="2860145"/>
            <a:ext cx="6154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Bảng 2.1 Bảng giá trị</a:t>
            </a:r>
          </a:p>
        </p:txBody>
      </p:sp>
    </p:spTree>
    <p:extLst>
      <p:ext uri="{BB962C8B-B14F-4D97-AF65-F5344CB8AC3E}">
        <p14:creationId xmlns:p14="http://schemas.microsoft.com/office/powerpoint/2010/main" val="2420602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6253F-D572-2775-42B3-0605A277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4296-4A96-0417-9502-319AF5C5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 New Roman"/>
              </a:rPr>
              <a:t>Khối </a:t>
            </a:r>
            <a:r>
              <a:rPr lang="en-US" dirty="0">
                <a:latin typeface="Times  New Roman"/>
              </a:rPr>
              <a:t>2</a:t>
            </a:r>
            <a:r>
              <a:rPr lang="en-US">
                <a:latin typeface="Times  New Roman"/>
              </a:rPr>
              <a:t>: Mã hóa </a:t>
            </a:r>
            <a:r>
              <a:rPr lang="en-US" dirty="0">
                <a:latin typeface="Times  New Roman"/>
              </a:rPr>
              <a:t>(7490)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D491-C172-A621-39A0-80AADB21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619E25-957B-AA80-1B7A-BE5B9A32E50B}"/>
              </a:ext>
            </a:extLst>
          </p:cNvPr>
          <p:cNvGrpSpPr/>
          <p:nvPr/>
        </p:nvGrpSpPr>
        <p:grpSpPr>
          <a:xfrm>
            <a:off x="8598871" y="112543"/>
            <a:ext cx="3413515" cy="436098"/>
            <a:chOff x="5763073" y="3117353"/>
            <a:chExt cx="3413515" cy="436098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5616CE3E-E7D7-B61C-3694-02CA7F586B80}"/>
                </a:ext>
              </a:extLst>
            </p:cNvPr>
            <p:cNvSpPr/>
            <p:nvPr/>
          </p:nvSpPr>
          <p:spPr>
            <a:xfrm>
              <a:off x="8285946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V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46B86797-3DA7-E8A4-21F1-BA2BB83F41E6}"/>
                </a:ext>
              </a:extLst>
            </p:cNvPr>
            <p:cNvSpPr/>
            <p:nvPr/>
          </p:nvSpPr>
          <p:spPr>
            <a:xfrm>
              <a:off x="763434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IV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9F1D8A31-A918-E59F-6730-0164EE3DD7A4}"/>
                </a:ext>
              </a:extLst>
            </p:cNvPr>
            <p:cNvSpPr/>
            <p:nvPr/>
          </p:nvSpPr>
          <p:spPr>
            <a:xfrm>
              <a:off x="7010586" y="3119267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III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FD3814D9-42E4-AE8E-9175-E0F4CA689DBD}"/>
                </a:ext>
              </a:extLst>
            </p:cNvPr>
            <p:cNvSpPr/>
            <p:nvPr/>
          </p:nvSpPr>
          <p:spPr>
            <a:xfrm>
              <a:off x="6378629" y="3117353"/>
              <a:ext cx="890642" cy="434184"/>
            </a:xfrm>
            <a:prstGeom prst="homePlate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8843E65F-2C29-543F-3CB7-ACB7CAEB9498}"/>
                </a:ext>
              </a:extLst>
            </p:cNvPr>
            <p:cNvSpPr/>
            <p:nvPr/>
          </p:nvSpPr>
          <p:spPr>
            <a:xfrm>
              <a:off x="576307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21FBF6F-20BD-C96F-A14A-FA8C42541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691" y="1158473"/>
            <a:ext cx="3580755" cy="2475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FC44E2-109C-D2B4-D9E2-1E049B692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37" y="1022555"/>
            <a:ext cx="3566705" cy="2694039"/>
          </a:xfrm>
          <a:prstGeom prst="rect">
            <a:avLst/>
          </a:prstGeom>
        </p:spPr>
      </p:pic>
      <p:pic>
        <p:nvPicPr>
          <p:cNvPr id="1030" name="Picture 6" descr="7490 Pinout">
            <a:extLst>
              <a:ext uri="{FF2B5EF4-FFF2-40B4-BE49-F238E27FC236}">
                <a16:creationId xmlns:a16="http://schemas.microsoft.com/office/drawing/2014/main" id="{5A00DD9D-1376-B6A3-BFF7-8B37D935F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742" y="2465489"/>
            <a:ext cx="3880342" cy="3080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EBA653-090B-15EA-3D9B-182F95E3E2A6}"/>
              </a:ext>
            </a:extLst>
          </p:cNvPr>
          <p:cNvSpPr txBox="1"/>
          <p:nvPr/>
        </p:nvSpPr>
        <p:spPr>
          <a:xfrm>
            <a:off x="912238" y="4005841"/>
            <a:ext cx="288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Hình 2.3 Hình ảnh IC thực tế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F7504-FB54-3D04-9BCA-4BA042494F15}"/>
              </a:ext>
            </a:extLst>
          </p:cNvPr>
          <p:cNvSpPr txBox="1"/>
          <p:nvPr/>
        </p:nvSpPr>
        <p:spPr>
          <a:xfrm>
            <a:off x="4957650" y="5653549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Hình 2.4 Sơ đồ nối chân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87A51B-CF77-1807-5E44-8756C3702854}"/>
              </a:ext>
            </a:extLst>
          </p:cNvPr>
          <p:cNvSpPr txBox="1"/>
          <p:nvPr/>
        </p:nvSpPr>
        <p:spPr>
          <a:xfrm>
            <a:off x="9004111" y="3874958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Hình 2.5 Mô phỏng</a:t>
            </a:r>
          </a:p>
        </p:txBody>
      </p:sp>
    </p:spTree>
    <p:extLst>
      <p:ext uri="{BB962C8B-B14F-4D97-AF65-F5344CB8AC3E}">
        <p14:creationId xmlns:p14="http://schemas.microsoft.com/office/powerpoint/2010/main" val="3281373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B0CB9-A961-301B-D9D5-B88CB4BF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64644-2E54-5D6E-6C58-B57819D1B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 New Roman"/>
              </a:rPr>
              <a:t>Khối </a:t>
            </a:r>
            <a:r>
              <a:rPr lang="en-US" dirty="0">
                <a:latin typeface="Times  New Roman"/>
              </a:rPr>
              <a:t>3</a:t>
            </a:r>
            <a:r>
              <a:rPr lang="en-US">
                <a:latin typeface="Times  New Roman"/>
              </a:rPr>
              <a:t>: Giải mã </a:t>
            </a:r>
            <a:r>
              <a:rPr lang="en-US" dirty="0">
                <a:latin typeface="Times  New Roman"/>
              </a:rPr>
              <a:t>(7447)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27ACC-21D3-30B9-BD9D-34FA2844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D46C2E-FE80-F32A-7401-BFA3EE913CD2}"/>
              </a:ext>
            </a:extLst>
          </p:cNvPr>
          <p:cNvGrpSpPr/>
          <p:nvPr/>
        </p:nvGrpSpPr>
        <p:grpSpPr>
          <a:xfrm>
            <a:off x="8598871" y="112543"/>
            <a:ext cx="3413515" cy="436098"/>
            <a:chOff x="5763073" y="3117353"/>
            <a:chExt cx="3413515" cy="436098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61029433-CA88-4DB3-8C58-694BC2B53041}"/>
                </a:ext>
              </a:extLst>
            </p:cNvPr>
            <p:cNvSpPr/>
            <p:nvPr/>
          </p:nvSpPr>
          <p:spPr>
            <a:xfrm>
              <a:off x="8285946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V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76F85AC7-7CC4-C203-0297-DEFE545DC734}"/>
                </a:ext>
              </a:extLst>
            </p:cNvPr>
            <p:cNvSpPr/>
            <p:nvPr/>
          </p:nvSpPr>
          <p:spPr>
            <a:xfrm>
              <a:off x="763434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IV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652BED67-F4E2-6C95-EF78-81C4999E5162}"/>
                </a:ext>
              </a:extLst>
            </p:cNvPr>
            <p:cNvSpPr/>
            <p:nvPr/>
          </p:nvSpPr>
          <p:spPr>
            <a:xfrm>
              <a:off x="7010586" y="3119267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III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D79D72EA-258D-102F-E0BC-C10A72A1398B}"/>
                </a:ext>
              </a:extLst>
            </p:cNvPr>
            <p:cNvSpPr/>
            <p:nvPr/>
          </p:nvSpPr>
          <p:spPr>
            <a:xfrm>
              <a:off x="6378629" y="3117353"/>
              <a:ext cx="890642" cy="434184"/>
            </a:xfrm>
            <a:prstGeom prst="homePlate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CAB6CA34-7EE0-A670-535B-0D2989FF90EB}"/>
                </a:ext>
              </a:extLst>
            </p:cNvPr>
            <p:cNvSpPr/>
            <p:nvPr/>
          </p:nvSpPr>
          <p:spPr>
            <a:xfrm>
              <a:off x="576307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16CF6AB-2418-9205-2D24-7C56AE5B1FA6}"/>
              </a:ext>
            </a:extLst>
          </p:cNvPr>
          <p:cNvSpPr txBox="1"/>
          <p:nvPr/>
        </p:nvSpPr>
        <p:spPr>
          <a:xfrm>
            <a:off x="956833" y="4005842"/>
            <a:ext cx="2799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Hình 2.6 Hình ảnh IC thực tế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E4521-083A-04F9-BC24-98BFCD65BF61}"/>
              </a:ext>
            </a:extLst>
          </p:cNvPr>
          <p:cNvSpPr txBox="1"/>
          <p:nvPr/>
        </p:nvSpPr>
        <p:spPr>
          <a:xfrm>
            <a:off x="4957650" y="5653549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Hình 2.7 Sơ đồ nối chân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90E6E-4495-CBFD-C7A6-69C06709D165}"/>
              </a:ext>
            </a:extLst>
          </p:cNvPr>
          <p:cNvSpPr txBox="1"/>
          <p:nvPr/>
        </p:nvSpPr>
        <p:spPr>
          <a:xfrm>
            <a:off x="9214427" y="3941128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HÌnh 2.8 Mô phỏng</a:t>
            </a:r>
          </a:p>
        </p:txBody>
      </p:sp>
      <p:pic>
        <p:nvPicPr>
          <p:cNvPr id="2050" name="Picture 2" descr="Understanding IC 7447: A Comprehensive Guide to BCD to 7-Segment ...">
            <a:extLst>
              <a:ext uri="{FF2B5EF4-FFF2-40B4-BE49-F238E27FC236}">
                <a16:creationId xmlns:a16="http://schemas.microsoft.com/office/drawing/2014/main" id="{56225795-89A9-16BC-F9D9-5F0054E23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096426" y="2095951"/>
            <a:ext cx="3999147" cy="266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74LS47 BCD to 7-Segment Decoder/Driver IC (7447 IC) Package-DIP-16 ...">
            <a:extLst>
              <a:ext uri="{FF2B5EF4-FFF2-40B4-BE49-F238E27FC236}">
                <a16:creationId xmlns:a16="http://schemas.microsoft.com/office/drawing/2014/main" id="{81A0D56F-76B3-FA8B-D898-0A57E698C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705" y="1400294"/>
            <a:ext cx="3527743" cy="2605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BD8EB65-7D2A-6186-3E63-242C86FAE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8639" y="1130710"/>
            <a:ext cx="3487574" cy="272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2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CA44-8F48-DB29-A947-4336DC1DA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1127-4D4F-08E2-0ACC-4CF93B21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 New Roman"/>
              </a:rPr>
              <a:t>Khối </a:t>
            </a:r>
            <a:r>
              <a:rPr lang="en-US" dirty="0">
                <a:latin typeface="Times  New Roman"/>
              </a:rPr>
              <a:t>4: LED 7 </a:t>
            </a:r>
            <a:r>
              <a:rPr lang="en-US" dirty="0" err="1">
                <a:latin typeface="Times  New Roman"/>
              </a:rPr>
              <a:t>thanh</a:t>
            </a:r>
            <a:r>
              <a:rPr lang="en-US" dirty="0">
                <a:latin typeface="Times  New Roman"/>
              </a:rPr>
              <a:t> (5161BS)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B9FD0-C43A-C93E-65BC-3601BA6A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0396C7-29B6-FD5A-9A10-E95FAE42E8C4}"/>
              </a:ext>
            </a:extLst>
          </p:cNvPr>
          <p:cNvGrpSpPr/>
          <p:nvPr/>
        </p:nvGrpSpPr>
        <p:grpSpPr>
          <a:xfrm>
            <a:off x="8598871" y="112543"/>
            <a:ext cx="3413515" cy="436098"/>
            <a:chOff x="5763073" y="3117353"/>
            <a:chExt cx="3413515" cy="436098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3ED81534-D8E6-1DF5-FBAF-F61A3E03E40E}"/>
                </a:ext>
              </a:extLst>
            </p:cNvPr>
            <p:cNvSpPr/>
            <p:nvPr/>
          </p:nvSpPr>
          <p:spPr>
            <a:xfrm>
              <a:off x="8285946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V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4C624B81-99B5-7161-8647-4471EB792F05}"/>
                </a:ext>
              </a:extLst>
            </p:cNvPr>
            <p:cNvSpPr/>
            <p:nvPr/>
          </p:nvSpPr>
          <p:spPr>
            <a:xfrm>
              <a:off x="763434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IV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D586ED08-45EB-854E-7D6C-D0DA3A7A28F6}"/>
                </a:ext>
              </a:extLst>
            </p:cNvPr>
            <p:cNvSpPr/>
            <p:nvPr/>
          </p:nvSpPr>
          <p:spPr>
            <a:xfrm>
              <a:off x="7010586" y="3119267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III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8E76CBD7-4B2D-7088-DF79-761E3ABD118A}"/>
                </a:ext>
              </a:extLst>
            </p:cNvPr>
            <p:cNvSpPr/>
            <p:nvPr/>
          </p:nvSpPr>
          <p:spPr>
            <a:xfrm>
              <a:off x="6378629" y="3117353"/>
              <a:ext cx="890642" cy="434184"/>
            </a:xfrm>
            <a:prstGeom prst="homePlate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32A51921-5964-4AC9-BB5D-DAA786564E09}"/>
                </a:ext>
              </a:extLst>
            </p:cNvPr>
            <p:cNvSpPr/>
            <p:nvPr/>
          </p:nvSpPr>
          <p:spPr>
            <a:xfrm>
              <a:off x="576307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D5BDB1B-5152-862C-7D1E-290D64977E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6616179"/>
                  </p:ext>
                </p:extLst>
              </p:nvPr>
            </p:nvGraphicFramePr>
            <p:xfrm>
              <a:off x="5375410" y="5046206"/>
              <a:ext cx="5493699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9854">
                      <a:extLst>
                        <a:ext uri="{9D8B030D-6E8A-4147-A177-3AD203B41FA5}">
                          <a16:colId xmlns:a16="http://schemas.microsoft.com/office/drawing/2014/main" val="3973398940"/>
                        </a:ext>
                      </a:extLst>
                    </a:gridCol>
                    <a:gridCol w="2793845">
                      <a:extLst>
                        <a:ext uri="{9D8B030D-6E8A-4147-A177-3AD203B41FA5}">
                          <a16:colId xmlns:a16="http://schemas.microsoft.com/office/drawing/2014/main" val="3227653313"/>
                        </a:ext>
                      </a:extLst>
                    </a:gridCol>
                  </a:tblGrid>
                  <a:tr h="4558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Parameters</a:t>
                          </a:r>
                        </a:p>
                      </a:txBody>
                      <a:tcPr anchor="ctr">
                        <a:solidFill>
                          <a:srgbClr val="00336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Value</a:t>
                          </a:r>
                        </a:p>
                      </a:txBody>
                      <a:tcPr anchor="ctr">
                        <a:solidFill>
                          <a:srgbClr val="0033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2323065"/>
                      </a:ext>
                    </a:extLst>
                  </a:tr>
                  <a:tr h="45584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Lato" panose="020F0502020204030203" pitchFamily="34" charset="0"/>
                            <a:ea typeface="Lato" panose="020F0502020204030203" pitchFamily="34" charset="0"/>
                            <a:cs typeface="Lato" panose="020F050202020403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220 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Lato" panose="020F0502020204030203" pitchFamily="34" charset="0"/>
                                  <a:cs typeface="Lato" panose="020F0502020204030203" pitchFamily="34" charset="0"/>
                                </a:rPr>
                                <m:t>Ω</m:t>
                              </m:r>
                            </m:oMath>
                          </a14:m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39034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D5BDB1B-5152-862C-7D1E-290D64977E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6616179"/>
                  </p:ext>
                </p:extLst>
              </p:nvPr>
            </p:nvGraphicFramePr>
            <p:xfrm>
              <a:off x="5375410" y="5046206"/>
              <a:ext cx="5493699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99854">
                      <a:extLst>
                        <a:ext uri="{9D8B030D-6E8A-4147-A177-3AD203B41FA5}">
                          <a16:colId xmlns:a16="http://schemas.microsoft.com/office/drawing/2014/main" val="3973398940"/>
                        </a:ext>
                      </a:extLst>
                    </a:gridCol>
                    <a:gridCol w="2793845">
                      <a:extLst>
                        <a:ext uri="{9D8B030D-6E8A-4147-A177-3AD203B41FA5}">
                          <a16:colId xmlns:a16="http://schemas.microsoft.com/office/drawing/2014/main" val="322765331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Parameters</a:t>
                          </a:r>
                        </a:p>
                      </a:txBody>
                      <a:tcPr anchor="ctr">
                        <a:solidFill>
                          <a:srgbClr val="00336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Lato" panose="020F0502020204030203" pitchFamily="34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a:t>Value</a:t>
                          </a:r>
                        </a:p>
                      </a:txBody>
                      <a:tcPr anchor="ctr">
                        <a:solidFill>
                          <a:srgbClr val="00336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232306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26" t="-110667" r="-104740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732" t="-110667" r="-1089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90343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D2E1FCB-BB41-66B9-B300-E57E7E46E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82" y="897394"/>
            <a:ext cx="6873836" cy="3863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1A8DE3-D99D-473B-70E7-3EC7573094FA}"/>
              </a:ext>
            </a:extLst>
          </p:cNvPr>
          <p:cNvSpPr txBox="1"/>
          <p:nvPr/>
        </p:nvSpPr>
        <p:spPr>
          <a:xfrm>
            <a:off x="2448233" y="4925156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Hình 2.9 Mô phỏng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A082AC-94F3-9F85-516B-001F20FF2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0704" y="1114731"/>
            <a:ext cx="1936322" cy="3429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27C5FE-CE84-BBA4-A0EF-D9111D923024}"/>
              </a:ext>
            </a:extLst>
          </p:cNvPr>
          <p:cNvSpPr txBox="1"/>
          <p:nvPr/>
        </p:nvSpPr>
        <p:spPr>
          <a:xfrm>
            <a:off x="8655195" y="4576403"/>
            <a:ext cx="2667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Hình 2.10 Sơ đồ nối chân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57AECF-0F91-8642-CD8A-7179C91777E0}"/>
              </a:ext>
            </a:extLst>
          </p:cNvPr>
          <p:cNvSpPr txBox="1"/>
          <p:nvPr/>
        </p:nvSpPr>
        <p:spPr>
          <a:xfrm>
            <a:off x="7094518" y="6014836"/>
            <a:ext cx="2213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Bảng 2.2 Bảng giá trị</a:t>
            </a:r>
          </a:p>
        </p:txBody>
      </p:sp>
    </p:spTree>
    <p:extLst>
      <p:ext uri="{BB962C8B-B14F-4D97-AF65-F5344CB8AC3E}">
        <p14:creationId xmlns:p14="http://schemas.microsoft.com/office/powerpoint/2010/main" val="2676180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7549-2FCF-47C1-77DD-CFECA7F6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1FC-D8C7-5F71-41BA-3A74DAE2C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+mj-lt"/>
              </a:rPr>
              <a:t>Kết quả mô phỏng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F8902-0D35-D2F9-64F7-7A3B7B653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1157786-EF59-6CCE-65DA-1B557FFE5435}"/>
              </a:ext>
            </a:extLst>
          </p:cNvPr>
          <p:cNvGrpSpPr/>
          <p:nvPr/>
        </p:nvGrpSpPr>
        <p:grpSpPr>
          <a:xfrm>
            <a:off x="8598871" y="112543"/>
            <a:ext cx="3413515" cy="436098"/>
            <a:chOff x="5763073" y="3117353"/>
            <a:chExt cx="3413515" cy="436098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3398E87C-C573-B6EB-F3C5-011C654611E0}"/>
                </a:ext>
              </a:extLst>
            </p:cNvPr>
            <p:cNvSpPr/>
            <p:nvPr/>
          </p:nvSpPr>
          <p:spPr>
            <a:xfrm>
              <a:off x="8285946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V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0BFA4578-472C-EE02-0DFA-2132CFC6E699}"/>
                </a:ext>
              </a:extLst>
            </p:cNvPr>
            <p:cNvSpPr/>
            <p:nvPr/>
          </p:nvSpPr>
          <p:spPr>
            <a:xfrm>
              <a:off x="763434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IV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658994F6-4B85-A8DD-6C4F-47EA3FA6D4EC}"/>
                </a:ext>
              </a:extLst>
            </p:cNvPr>
            <p:cNvSpPr/>
            <p:nvPr/>
          </p:nvSpPr>
          <p:spPr>
            <a:xfrm>
              <a:off x="7010586" y="3119267"/>
              <a:ext cx="890642" cy="434184"/>
            </a:xfrm>
            <a:prstGeom prst="homePlate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III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B4C3861D-A6A5-6BC6-5D2F-FACCD885A9C9}"/>
                </a:ext>
              </a:extLst>
            </p:cNvPr>
            <p:cNvSpPr/>
            <p:nvPr/>
          </p:nvSpPr>
          <p:spPr>
            <a:xfrm>
              <a:off x="6378629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68EAD53A-18A7-3161-74C9-257D46D8D8E4}"/>
                </a:ext>
              </a:extLst>
            </p:cNvPr>
            <p:cNvSpPr/>
            <p:nvPr/>
          </p:nvSpPr>
          <p:spPr>
            <a:xfrm>
              <a:off x="576307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629AF21-1EAB-671D-243B-771394DE0294}"/>
              </a:ext>
            </a:extLst>
          </p:cNvPr>
          <p:cNvSpPr txBox="1"/>
          <p:nvPr/>
        </p:nvSpPr>
        <p:spPr>
          <a:xfrm>
            <a:off x="4731302" y="5542721"/>
            <a:ext cx="335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Hình. </a:t>
            </a:r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3.1. </a:t>
            </a:r>
            <a:r>
              <a:rPr lang="en-US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Mạch</a:t>
            </a:r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mô</a:t>
            </a:r>
            <a:r>
              <a:rPr lang="en-US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phỏng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7A1E82-8130-6584-D709-393803A27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697" y="945947"/>
            <a:ext cx="6658813" cy="441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41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5A4B-ECE7-FABF-36AA-3A686567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BD33D-770C-41CC-7C03-B98E1C72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+mj-lt"/>
              </a:rPr>
              <a:t>Thiết lập thí nghiệm</a:t>
            </a:r>
            <a:endParaRPr lang="en-US" dirty="0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55CA-5F2D-D494-0307-170E764C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9BAAB3F-8BBD-00E5-956C-4965BAE54097}"/>
              </a:ext>
            </a:extLst>
          </p:cNvPr>
          <p:cNvGrpSpPr/>
          <p:nvPr/>
        </p:nvGrpSpPr>
        <p:grpSpPr>
          <a:xfrm>
            <a:off x="8598871" y="112543"/>
            <a:ext cx="3413515" cy="436098"/>
            <a:chOff x="5763073" y="3117353"/>
            <a:chExt cx="3413515" cy="436098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114CCFF7-EC54-A1CA-59A4-9CC62FC9E575}"/>
                </a:ext>
              </a:extLst>
            </p:cNvPr>
            <p:cNvSpPr/>
            <p:nvPr/>
          </p:nvSpPr>
          <p:spPr>
            <a:xfrm>
              <a:off x="8285946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V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71E4941E-7AAE-1707-E648-FE19C7A6D5F1}"/>
                </a:ext>
              </a:extLst>
            </p:cNvPr>
            <p:cNvSpPr/>
            <p:nvPr/>
          </p:nvSpPr>
          <p:spPr>
            <a:xfrm>
              <a:off x="7634343" y="3117353"/>
              <a:ext cx="890642" cy="434184"/>
            </a:xfrm>
            <a:prstGeom prst="homePlate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IV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06BDB95D-A866-F10D-6EF7-387B20B3EF46}"/>
                </a:ext>
              </a:extLst>
            </p:cNvPr>
            <p:cNvSpPr/>
            <p:nvPr/>
          </p:nvSpPr>
          <p:spPr>
            <a:xfrm>
              <a:off x="7010586" y="3119267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III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F52322F9-6058-A0E8-26C8-D756142FE62F}"/>
                </a:ext>
              </a:extLst>
            </p:cNvPr>
            <p:cNvSpPr/>
            <p:nvPr/>
          </p:nvSpPr>
          <p:spPr>
            <a:xfrm>
              <a:off x="6378629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912CF75B-64A9-4DEF-3CE6-1B24155AB589}"/>
                </a:ext>
              </a:extLst>
            </p:cNvPr>
            <p:cNvSpPr/>
            <p:nvPr/>
          </p:nvSpPr>
          <p:spPr>
            <a:xfrm>
              <a:off x="576307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CD22A896-79BB-ECD7-EA58-7CC56F3609EE}"/>
              </a:ext>
            </a:extLst>
          </p:cNvPr>
          <p:cNvSpPr txBox="1"/>
          <p:nvPr/>
        </p:nvSpPr>
        <p:spPr>
          <a:xfrm>
            <a:off x="4988763" y="5848083"/>
            <a:ext cx="2523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Hình</a:t>
            </a:r>
            <a:r>
              <a:rPr lang="vi-VN"/>
              <a:t> </a:t>
            </a:r>
            <a:r>
              <a:rPr lang="vi-VN" dirty="0"/>
              <a:t>4.1. Mạch chế tạo</a:t>
            </a:r>
            <a:endParaRPr lang="en-US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AutoShape 2" descr="blob:https://chat.zalo.me/c5ac9e35-3f8b-403f-a3fe-a0268ac93e0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blob:https://chat.zalo.me/c5ac9e35-3f8b-403f-a3fe-a0268ac93e04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A circuit board with wires and numbers&#10;&#10;AI-generated content may be incorrect.">
            <a:extLst>
              <a:ext uri="{FF2B5EF4-FFF2-40B4-BE49-F238E27FC236}">
                <a16:creationId xmlns:a16="http://schemas.microsoft.com/office/drawing/2014/main" id="{90195980-9CFB-8738-7D69-78FB1448F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531" y="825251"/>
            <a:ext cx="4480398" cy="501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25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533E-0C7A-3394-0897-3F9E0457D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75953-490C-1796-B51C-522435AF1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+mj-lt"/>
              </a:rPr>
              <a:t>Kết luận</a:t>
            </a:r>
            <a:endParaRPr lang="en-US" dirty="0">
              <a:latin typeface="+mj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D2954-15F4-5158-702A-842A6403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1BD35F-B1B9-B9E7-D8BA-69AFC5037705}"/>
              </a:ext>
            </a:extLst>
          </p:cNvPr>
          <p:cNvGrpSpPr/>
          <p:nvPr/>
        </p:nvGrpSpPr>
        <p:grpSpPr>
          <a:xfrm>
            <a:off x="8598871" y="112543"/>
            <a:ext cx="3413515" cy="436098"/>
            <a:chOff x="5763073" y="3117353"/>
            <a:chExt cx="3413515" cy="436098"/>
          </a:xfrm>
        </p:grpSpPr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AB735D70-F024-1F4F-946E-76F11316FB8B}"/>
                </a:ext>
              </a:extLst>
            </p:cNvPr>
            <p:cNvSpPr/>
            <p:nvPr/>
          </p:nvSpPr>
          <p:spPr>
            <a:xfrm>
              <a:off x="8285946" y="3117353"/>
              <a:ext cx="890642" cy="434184"/>
            </a:xfrm>
            <a:prstGeom prst="homePlate">
              <a:avLst/>
            </a:prstGeom>
            <a:solidFill>
              <a:srgbClr val="FF000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V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2982045A-3143-3734-9A7C-A6054D0C1507}"/>
                </a:ext>
              </a:extLst>
            </p:cNvPr>
            <p:cNvSpPr/>
            <p:nvPr/>
          </p:nvSpPr>
          <p:spPr>
            <a:xfrm>
              <a:off x="763434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IV</a:t>
              </a: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DDA50662-C91D-E94C-1761-79EF3152886C}"/>
                </a:ext>
              </a:extLst>
            </p:cNvPr>
            <p:cNvSpPr/>
            <p:nvPr/>
          </p:nvSpPr>
          <p:spPr>
            <a:xfrm>
              <a:off x="7010586" y="3119267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III</a:t>
              </a: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D69A9C51-B3F1-8FEF-1F8D-ADC85BCE72EA}"/>
                </a:ext>
              </a:extLst>
            </p:cNvPr>
            <p:cNvSpPr/>
            <p:nvPr/>
          </p:nvSpPr>
          <p:spPr>
            <a:xfrm>
              <a:off x="6378629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II</a:t>
              </a: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0A412373-E536-A29F-9A41-E89F72290BA9}"/>
                </a:ext>
              </a:extLst>
            </p:cNvPr>
            <p:cNvSpPr/>
            <p:nvPr/>
          </p:nvSpPr>
          <p:spPr>
            <a:xfrm>
              <a:off x="5763073" y="3117353"/>
              <a:ext cx="890642" cy="434184"/>
            </a:xfrm>
            <a:prstGeom prst="homePlat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</a:t>
              </a:r>
            </a:p>
          </p:txBody>
        </p:sp>
      </p:grp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EA7DD0B-7075-E02C-C1E3-FC2DF5214A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508" y="1630145"/>
            <a:ext cx="11515725" cy="2118361"/>
          </a:xfrm>
        </p:spPr>
        <p:txBody>
          <a:bodyPr/>
          <a:lstStyle/>
          <a:p>
            <a:pPr marL="0" indent="0">
              <a:buNone/>
            </a:pPr>
            <a:r>
              <a:rPr lang="vi-VN" sz="2400" b="1" dirty="0">
                <a:latin typeface="+mj-lt"/>
              </a:rPr>
              <a:t>Thành tựu</a:t>
            </a:r>
            <a:r>
              <a:rPr lang="en-US" sz="2400" b="1" dirty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en-US" sz="2400" b="1" dirty="0">
                <a:latin typeface="Times  New Roman"/>
              </a:rPr>
              <a:t>- </a:t>
            </a:r>
            <a:r>
              <a:rPr lang="en-US" sz="2400" b="1" dirty="0" err="1">
                <a:latin typeface="Times  New Roman"/>
              </a:rPr>
              <a:t>Tạo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ra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được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bộ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đếm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đồng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hồ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giờ</a:t>
            </a:r>
            <a:r>
              <a:rPr lang="en-US" sz="2400" b="1" dirty="0">
                <a:latin typeface="Times  New Roman"/>
              </a:rPr>
              <a:t>, </a:t>
            </a:r>
            <a:r>
              <a:rPr lang="en-US" sz="2400" b="1" dirty="0" err="1">
                <a:latin typeface="Times  New Roman"/>
              </a:rPr>
              <a:t>phút</a:t>
            </a:r>
            <a:r>
              <a:rPr lang="en-US" sz="2400" b="1" dirty="0">
                <a:latin typeface="Times  New Roman"/>
              </a:rPr>
              <a:t>, </a:t>
            </a:r>
            <a:r>
              <a:rPr lang="en-US" sz="2400" b="1" dirty="0" err="1">
                <a:latin typeface="Times  New Roman"/>
              </a:rPr>
              <a:t>giây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và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có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thể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điều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chỉnh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thời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gian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bằng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nút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bấm</a:t>
            </a:r>
            <a:r>
              <a:rPr lang="en-US" sz="2400" b="1" dirty="0">
                <a:latin typeface="Times  New Roman"/>
              </a:rPr>
              <a:t>.</a:t>
            </a:r>
          </a:p>
          <a:p>
            <a:endParaRPr lang="en-US" sz="2400" b="1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A5EA0BD-BC25-3365-F9A2-14D6FBD89FC9}"/>
              </a:ext>
            </a:extLst>
          </p:cNvPr>
          <p:cNvSpPr txBox="1">
            <a:spLocks/>
          </p:cNvSpPr>
          <p:nvPr/>
        </p:nvSpPr>
        <p:spPr>
          <a:xfrm>
            <a:off x="449507" y="3517142"/>
            <a:ext cx="5391457" cy="2743699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400" b="1" dirty="0">
                <a:latin typeface="Times  New Roman"/>
              </a:rPr>
              <a:t>Vấn đề</a:t>
            </a:r>
            <a:r>
              <a:rPr lang="en-US" sz="2400" b="1" dirty="0">
                <a:latin typeface="Times  New Roman"/>
              </a:rPr>
              <a:t>:</a:t>
            </a:r>
          </a:p>
          <a:p>
            <a:pPr>
              <a:buFontTx/>
              <a:buChar char="-"/>
            </a:pPr>
            <a:r>
              <a:rPr lang="en-US" sz="2400" b="1" dirty="0">
                <a:latin typeface="Times  New Roman"/>
              </a:rPr>
              <a:t>Các IC </a:t>
            </a:r>
            <a:r>
              <a:rPr lang="en-US" sz="2400" b="1" dirty="0" err="1">
                <a:latin typeface="Times  New Roman"/>
              </a:rPr>
              <a:t>được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sử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dụng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chưa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đảm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bảo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về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chất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lượng</a:t>
            </a:r>
            <a:r>
              <a:rPr lang="en-US" sz="2400" b="1" dirty="0">
                <a:latin typeface="Times  New Roman"/>
              </a:rPr>
              <a:t>.</a:t>
            </a:r>
          </a:p>
          <a:p>
            <a:pPr>
              <a:buFontTx/>
              <a:buChar char="-"/>
            </a:pPr>
            <a:r>
              <a:rPr lang="en-US" sz="2400" b="1" dirty="0" err="1">
                <a:latin typeface="Times  New Roman"/>
              </a:rPr>
              <a:t>Dây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nối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còn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hơi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phức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tạp</a:t>
            </a:r>
            <a:r>
              <a:rPr lang="en-US" sz="2400" b="1" dirty="0">
                <a:latin typeface="Times  New Roman"/>
              </a:rPr>
              <a:t>.</a:t>
            </a:r>
          </a:p>
          <a:p>
            <a:pPr>
              <a:buFontTx/>
              <a:buChar char="-"/>
            </a:pPr>
            <a:r>
              <a:rPr lang="en-US" sz="2400" b="1" dirty="0" err="1">
                <a:latin typeface="Times  New Roman"/>
              </a:rPr>
              <a:t>Nút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bấm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còn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bị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dội</a:t>
            </a:r>
            <a:r>
              <a:rPr lang="en-US" sz="2400" b="1" dirty="0">
                <a:latin typeface="Times  New Roman"/>
              </a:rPr>
              <a:t> </a:t>
            </a:r>
            <a:r>
              <a:rPr lang="en-US" sz="2400" b="1" dirty="0" err="1">
                <a:latin typeface="Times  New Roman"/>
              </a:rPr>
              <a:t>nút</a:t>
            </a:r>
            <a:r>
              <a:rPr lang="en-US" sz="2400" b="1" dirty="0">
                <a:latin typeface="Times  New Roman"/>
              </a:rPr>
              <a:t>, </a:t>
            </a:r>
            <a:r>
              <a:rPr lang="en-US" sz="2400" b="1" dirty="0" err="1">
                <a:latin typeface="Times  New Roman"/>
              </a:rPr>
              <a:t>nhiễu</a:t>
            </a:r>
            <a:r>
              <a:rPr lang="en-US" sz="2400" b="1" dirty="0">
                <a:latin typeface="Times  New Roman"/>
              </a:rPr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700849B-28AB-2853-F655-DF0C78C44254}"/>
              </a:ext>
            </a:extLst>
          </p:cNvPr>
          <p:cNvSpPr txBox="1">
            <a:spLocks/>
          </p:cNvSpPr>
          <p:nvPr/>
        </p:nvSpPr>
        <p:spPr>
          <a:xfrm>
            <a:off x="6196411" y="3519541"/>
            <a:ext cx="5695562" cy="2470711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400" b="1">
                <a:latin typeface="Times  New Roman"/>
              </a:rPr>
              <a:t>Đề xuất</a:t>
            </a:r>
            <a:r>
              <a:rPr lang="en-US" sz="2400" b="1">
                <a:latin typeface="Times  New Roman"/>
              </a:rPr>
              <a:t>:</a:t>
            </a:r>
          </a:p>
          <a:p>
            <a:pPr>
              <a:buFontTx/>
              <a:buChar char="-"/>
            </a:pPr>
            <a:r>
              <a:rPr lang="en-US" sz="2400" b="1">
                <a:latin typeface="Times  New Roman"/>
              </a:rPr>
              <a:t>Làm mạch PCBA</a:t>
            </a:r>
          </a:p>
          <a:p>
            <a:pPr>
              <a:buFontTx/>
              <a:buChar char="-"/>
            </a:pPr>
            <a:r>
              <a:rPr lang="en-US" sz="2400" b="1">
                <a:latin typeface="Times  New Roman"/>
              </a:rPr>
              <a:t>Sử dụng linh kiện chính hang</a:t>
            </a:r>
          </a:p>
          <a:p>
            <a:pPr>
              <a:buFontTx/>
              <a:buChar char="-"/>
            </a:pPr>
            <a:r>
              <a:rPr lang="en-US" sz="2400" b="1">
                <a:latin typeface="Times  New Roman"/>
              </a:rPr>
              <a:t>Sử dụng IC Schmitt Trigger để chống dội nút</a:t>
            </a:r>
            <a:endParaRPr lang="en-US" sz="2400" b="1" dirty="0">
              <a:latin typeface="Times 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50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C3CAAB23BA2B44AF89E56FA7008F5F" ma:contentTypeVersion="4" ma:contentTypeDescription="Create a new document." ma:contentTypeScope="" ma:versionID="bb51e198edaf82aa16df5d544bdba725">
  <xsd:schema xmlns:xsd="http://www.w3.org/2001/XMLSchema" xmlns:xs="http://www.w3.org/2001/XMLSchema" xmlns:p="http://schemas.microsoft.com/office/2006/metadata/properties" xmlns:ns2="8fda6bdf-ba54-43a9-955a-b0b24361e27e" targetNamespace="http://schemas.microsoft.com/office/2006/metadata/properties" ma:root="true" ma:fieldsID="34bf17add6525724fa0e9e38c2e8dc75" ns2:_="">
    <xsd:import namespace="8fda6bdf-ba54-43a9-955a-b0b24361e2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da6bdf-ba54-43a9-955a-b0b24361e2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52692F-0E28-4D36-B3E8-C493431DA0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EC6EC6-81A4-4525-B10D-ABF26492316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038148A-721F-4BA0-8C7B-AE7BD3C1B0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da6bdf-ba54-43a9-955a-b0b24361e2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HUST PPT Template 2021 ( Blue 16x9)</Template>
  <TotalTime>1531</TotalTime>
  <Words>498</Words>
  <Application>Microsoft Office PowerPoint</Application>
  <PresentationFormat>Widescreen</PresentationFormat>
  <Paragraphs>128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Lato</vt:lpstr>
      <vt:lpstr>Times  New Roman</vt:lpstr>
      <vt:lpstr>Times New Roman</vt:lpstr>
      <vt:lpstr>Office Theme</vt:lpstr>
      <vt:lpstr>PowerPoint Presentation</vt:lpstr>
      <vt:lpstr>Mục lục</vt:lpstr>
      <vt:lpstr>Sơ đồ khối của mạch đồng hồ</vt:lpstr>
      <vt:lpstr>Khối 1: Mạch tạo xung (NE555)</vt:lpstr>
      <vt:lpstr>Khối 2: Mã hóa (7490)</vt:lpstr>
      <vt:lpstr>Khối 3: Giải mã (7447)</vt:lpstr>
      <vt:lpstr>Khối 4: LED 7 thanh (5161BS)</vt:lpstr>
      <vt:lpstr>Kết quả mô phỏng</vt:lpstr>
      <vt:lpstr>Thiết lập thí nghiệm</vt:lpstr>
      <vt:lpstr>Kết luận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CHI DAT 20191740</dc:creator>
  <cp:lastModifiedBy>Nguyen Minh Duc 20230005</cp:lastModifiedBy>
  <cp:revision>66</cp:revision>
  <dcterms:created xsi:type="dcterms:W3CDTF">2024-02-15T14:59:08Z</dcterms:created>
  <dcterms:modified xsi:type="dcterms:W3CDTF">2025-06-09T08:53:59Z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0x01010044C3CAAB23BA2B44AF89E56FA7008F5F</vt:lpwstr>
  </property>
</Properties>
</file>